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3.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1"/>
    <p:sldMasterId id="2147486192" r:id="rId2"/>
    <p:sldMasterId id="2147486254" r:id="rId3"/>
    <p:sldMasterId id="2147486314" r:id="rId4"/>
  </p:sldMasterIdLst>
  <p:notesMasterIdLst>
    <p:notesMasterId r:id="rId46"/>
  </p:notesMasterIdLst>
  <p:handoutMasterIdLst>
    <p:handoutMasterId r:id="rId47"/>
  </p:handoutMasterIdLst>
  <p:sldIdLst>
    <p:sldId id="256" r:id="rId5"/>
    <p:sldId id="274" r:id="rId6"/>
    <p:sldId id="288" r:id="rId7"/>
    <p:sldId id="289" r:id="rId8"/>
    <p:sldId id="290" r:id="rId9"/>
    <p:sldId id="2147479300" r:id="rId10"/>
    <p:sldId id="2147479214" r:id="rId11"/>
    <p:sldId id="2147479305" r:id="rId12"/>
    <p:sldId id="2147479248" r:id="rId13"/>
    <p:sldId id="2147479216" r:id="rId14"/>
    <p:sldId id="2147479309" r:id="rId15"/>
    <p:sldId id="2147479295" r:id="rId16"/>
    <p:sldId id="2147479217" r:id="rId17"/>
    <p:sldId id="2147479291" r:id="rId18"/>
    <p:sldId id="2147479258" r:id="rId19"/>
    <p:sldId id="2147479297" r:id="rId20"/>
    <p:sldId id="2147479289" r:id="rId21"/>
    <p:sldId id="2147479265" r:id="rId22"/>
    <p:sldId id="2147479259" r:id="rId23"/>
    <p:sldId id="2147479263" r:id="rId24"/>
    <p:sldId id="2147479275" r:id="rId25"/>
    <p:sldId id="2147479277" r:id="rId26"/>
    <p:sldId id="2147479279" r:id="rId27"/>
    <p:sldId id="2147479286" r:id="rId28"/>
    <p:sldId id="2147479294" r:id="rId29"/>
    <p:sldId id="2147479270" r:id="rId30"/>
    <p:sldId id="2147479271" r:id="rId31"/>
    <p:sldId id="2147479242" r:id="rId32"/>
    <p:sldId id="2147479261" r:id="rId33"/>
    <p:sldId id="2147479262" r:id="rId34"/>
    <p:sldId id="2147479272" r:id="rId35"/>
    <p:sldId id="2147479306" r:id="rId36"/>
    <p:sldId id="2147479299" r:id="rId37"/>
    <p:sldId id="2147479245" r:id="rId38"/>
    <p:sldId id="2147479301" r:id="rId39"/>
    <p:sldId id="2147479304" r:id="rId40"/>
    <p:sldId id="2147479302" r:id="rId41"/>
    <p:sldId id="2147479303" r:id="rId42"/>
    <p:sldId id="2147479307" r:id="rId43"/>
    <p:sldId id="2147479308" r:id="rId44"/>
    <p:sldId id="2147479247" r:id="rId45"/>
  </p:sldIdLst>
  <p:sldSz cx="12192000" cy="6858000"/>
  <p:notesSz cx="7315200" cy="96012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A4F0F30-F129-4575-99F4-C58B4C94A1E8}">
          <p14:sldIdLst>
            <p14:sldId id="256"/>
            <p14:sldId id="274"/>
            <p14:sldId id="288"/>
            <p14:sldId id="289"/>
            <p14:sldId id="290"/>
            <p14:sldId id="2147479300"/>
            <p14:sldId id="2147479214"/>
            <p14:sldId id="2147479305"/>
            <p14:sldId id="2147479248"/>
            <p14:sldId id="2147479216"/>
            <p14:sldId id="2147479309"/>
            <p14:sldId id="2147479295"/>
            <p14:sldId id="2147479217"/>
            <p14:sldId id="2147479291"/>
            <p14:sldId id="2147479258"/>
            <p14:sldId id="2147479297"/>
            <p14:sldId id="2147479289"/>
            <p14:sldId id="2147479265"/>
            <p14:sldId id="2147479259"/>
            <p14:sldId id="2147479263"/>
            <p14:sldId id="2147479275"/>
            <p14:sldId id="2147479277"/>
            <p14:sldId id="2147479279"/>
            <p14:sldId id="2147479286"/>
            <p14:sldId id="2147479294"/>
            <p14:sldId id="2147479270"/>
            <p14:sldId id="2147479271"/>
            <p14:sldId id="2147479242"/>
            <p14:sldId id="2147479261"/>
            <p14:sldId id="2147479262"/>
            <p14:sldId id="2147479272"/>
            <p14:sldId id="2147479306"/>
            <p14:sldId id="2147479299"/>
            <p14:sldId id="2147479245"/>
            <p14:sldId id="2147479301"/>
            <p14:sldId id="2147479304"/>
            <p14:sldId id="2147479302"/>
            <p14:sldId id="2147479303"/>
            <p14:sldId id="2147479307"/>
            <p14:sldId id="2147479308"/>
            <p14:sldId id="2147479247"/>
          </p14:sldIdLst>
        </p14:section>
        <p14:section name="Reference" id="{1166C009-F85E-4250-911B-FE1C405E6847}">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7F3"/>
    <a:srgbClr val="091F2C"/>
    <a:srgbClr val="29446F"/>
    <a:srgbClr val="039B82"/>
    <a:srgbClr val="00AE94"/>
    <a:srgbClr val="117865"/>
    <a:srgbClr val="434343"/>
    <a:srgbClr val="FEF000"/>
    <a:srgbClr val="C1C1C1"/>
    <a:srgbClr val="0078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673D13-BD07-4F11-8AA8-0A72237A46A9}" v="15" dt="2026-06-11T14:38:00.2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69" autoAdjust="0"/>
    <p:restoredTop sz="81250" autoAdjust="0"/>
  </p:normalViewPr>
  <p:slideViewPr>
    <p:cSldViewPr snapToGrid="0">
      <p:cViewPr varScale="1">
        <p:scale>
          <a:sx n="91" d="100"/>
          <a:sy n="91" d="100"/>
        </p:scale>
        <p:origin x="660" y="90"/>
      </p:cViewPr>
      <p:guideLst>
        <p:guide orient="horz" pos="64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erger, Andrew" userId="0c0bc9a9-2163-4dfe-8380-dffe9bae854a" providerId="ADAL" clId="{517DB387-D46D-4360-A89D-0AB2A58C50C0}"/>
    <pc:docChg chg="undo redo custSel addSld delSld modSld sldOrd modSection">
      <pc:chgData name="Boerger, Andrew" userId="0c0bc9a9-2163-4dfe-8380-dffe9bae854a" providerId="ADAL" clId="{517DB387-D46D-4360-A89D-0AB2A58C50C0}" dt="2026-06-11T14:47:55.766" v="4111" actId="20577"/>
      <pc:docMkLst>
        <pc:docMk/>
      </pc:docMkLst>
      <pc:sldChg chg="addSp delSp modSp add del mod setBg">
        <pc:chgData name="Boerger, Andrew" userId="0c0bc9a9-2163-4dfe-8380-dffe9bae854a" providerId="ADAL" clId="{517DB387-D46D-4360-A89D-0AB2A58C50C0}" dt="2026-06-10T13:14:20.955" v="2098" actId="1076"/>
        <pc:sldMkLst>
          <pc:docMk/>
          <pc:sldMk cId="0" sldId="256"/>
        </pc:sldMkLst>
        <pc:spChg chg="mod">
          <ac:chgData name="Boerger, Andrew" userId="0c0bc9a9-2163-4dfe-8380-dffe9bae854a" providerId="ADAL" clId="{517DB387-D46D-4360-A89D-0AB2A58C50C0}" dt="2026-06-10T13:06:29.119" v="2063" actId="20577"/>
          <ac:spMkLst>
            <pc:docMk/>
            <pc:sldMk cId="0" sldId="256"/>
            <ac:spMk id="10" creationId="{00000000-0000-0000-0000-000000000000}"/>
          </ac:spMkLst>
        </pc:spChg>
        <pc:spChg chg="mod">
          <ac:chgData name="Boerger, Andrew" userId="0c0bc9a9-2163-4dfe-8380-dffe9bae854a" providerId="ADAL" clId="{517DB387-D46D-4360-A89D-0AB2A58C50C0}" dt="2026-06-10T13:06:33.211" v="2064" actId="20577"/>
          <ac:spMkLst>
            <pc:docMk/>
            <pc:sldMk cId="0" sldId="256"/>
            <ac:spMk id="11" creationId="{00000000-0000-0000-0000-000000000000}"/>
          </ac:spMkLst>
        </pc:spChg>
        <pc:picChg chg="add mod">
          <ac:chgData name="Boerger, Andrew" userId="0c0bc9a9-2163-4dfe-8380-dffe9bae854a" providerId="ADAL" clId="{517DB387-D46D-4360-A89D-0AB2A58C50C0}" dt="2026-06-10T13:13:28.535" v="2087" actId="1076"/>
          <ac:picMkLst>
            <pc:docMk/>
            <pc:sldMk cId="0" sldId="256"/>
            <ac:picMk id="7" creationId="{CACD52E5-BC2F-D100-9A2E-85EC5F24070F}"/>
          </ac:picMkLst>
        </pc:picChg>
        <pc:picChg chg="add mod">
          <ac:chgData name="Boerger, Andrew" userId="0c0bc9a9-2163-4dfe-8380-dffe9bae854a" providerId="ADAL" clId="{517DB387-D46D-4360-A89D-0AB2A58C50C0}" dt="2026-06-10T13:14:04.808" v="2094" actId="1076"/>
          <ac:picMkLst>
            <pc:docMk/>
            <pc:sldMk cId="0" sldId="256"/>
            <ac:picMk id="8" creationId="{5D9087FC-601E-8335-1A16-48E3AC672C0E}"/>
          </ac:picMkLst>
        </pc:picChg>
        <pc:picChg chg="add mod">
          <ac:chgData name="Boerger, Andrew" userId="0c0bc9a9-2163-4dfe-8380-dffe9bae854a" providerId="ADAL" clId="{517DB387-D46D-4360-A89D-0AB2A58C50C0}" dt="2026-06-10T13:14:20.955" v="2098" actId="1076"/>
          <ac:picMkLst>
            <pc:docMk/>
            <pc:sldMk cId="0" sldId="256"/>
            <ac:picMk id="9" creationId="{986DCB60-5648-975E-8C79-D401ADC4D097}"/>
          </ac:picMkLst>
        </pc:picChg>
        <pc:picChg chg="del">
          <ac:chgData name="Boerger, Andrew" userId="0c0bc9a9-2163-4dfe-8380-dffe9bae854a" providerId="ADAL" clId="{517DB387-D46D-4360-A89D-0AB2A58C50C0}" dt="2026-06-10T13:14:03.063" v="2093" actId="478"/>
          <ac:picMkLst>
            <pc:docMk/>
            <pc:sldMk cId="0" sldId="256"/>
            <ac:picMk id="13" creationId="{A6203BC5-96A6-400A-185B-3BA02DE75AA1}"/>
          </ac:picMkLst>
        </pc:picChg>
      </pc:sldChg>
      <pc:sldChg chg="delSp modSp add mod">
        <pc:chgData name="Boerger, Andrew" userId="0c0bc9a9-2163-4dfe-8380-dffe9bae854a" providerId="ADAL" clId="{517DB387-D46D-4360-A89D-0AB2A58C50C0}" dt="2026-06-10T13:13:20.191" v="2085" actId="478"/>
        <pc:sldMkLst>
          <pc:docMk/>
          <pc:sldMk cId="1950554936" sldId="274"/>
        </pc:sldMkLst>
        <pc:spChg chg="del mod">
          <ac:chgData name="Boerger, Andrew" userId="0c0bc9a9-2163-4dfe-8380-dffe9bae854a" providerId="ADAL" clId="{517DB387-D46D-4360-A89D-0AB2A58C50C0}" dt="2026-06-10T13:13:20.191" v="2085" actId="478"/>
          <ac:spMkLst>
            <pc:docMk/>
            <pc:sldMk cId="1950554936" sldId="274"/>
            <ac:spMk id="4" creationId="{17E013D6-A39A-0E1F-6AB4-8327DC9493F5}"/>
          </ac:spMkLst>
        </pc:spChg>
      </pc:sldChg>
      <pc:sldChg chg="add del setBg">
        <pc:chgData name="Boerger, Andrew" userId="0c0bc9a9-2163-4dfe-8380-dffe9bae854a" providerId="ADAL" clId="{517DB387-D46D-4360-A89D-0AB2A58C50C0}" dt="2026-06-10T13:06:10.576" v="2025"/>
        <pc:sldMkLst>
          <pc:docMk/>
          <pc:sldMk cId="3698337955" sldId="288"/>
        </pc:sldMkLst>
      </pc:sldChg>
      <pc:sldChg chg="add del setBg">
        <pc:chgData name="Boerger, Andrew" userId="0c0bc9a9-2163-4dfe-8380-dffe9bae854a" providerId="ADAL" clId="{517DB387-D46D-4360-A89D-0AB2A58C50C0}" dt="2026-06-10T13:06:10.576" v="2025"/>
        <pc:sldMkLst>
          <pc:docMk/>
          <pc:sldMk cId="3986367849" sldId="289"/>
        </pc:sldMkLst>
      </pc:sldChg>
      <pc:sldChg chg="add del setBg">
        <pc:chgData name="Boerger, Andrew" userId="0c0bc9a9-2163-4dfe-8380-dffe9bae854a" providerId="ADAL" clId="{517DB387-D46D-4360-A89D-0AB2A58C50C0}" dt="2026-06-10T13:06:10.576" v="2025"/>
        <pc:sldMkLst>
          <pc:docMk/>
          <pc:sldMk cId="3424062949" sldId="290"/>
        </pc:sldMkLst>
      </pc:sldChg>
      <pc:sldChg chg="modSp del mod">
        <pc:chgData name="Boerger, Andrew" userId="0c0bc9a9-2163-4dfe-8380-dffe9bae854a" providerId="ADAL" clId="{517DB387-D46D-4360-A89D-0AB2A58C50C0}" dt="2026-06-10T13:06:38.865" v="2065" actId="47"/>
        <pc:sldMkLst>
          <pc:docMk/>
          <pc:sldMk cId="2815990210" sldId="2147479123"/>
        </pc:sldMkLst>
      </pc:sldChg>
      <pc:sldChg chg="modSp del mod">
        <pc:chgData name="Boerger, Andrew" userId="0c0bc9a9-2163-4dfe-8380-dffe9bae854a" providerId="ADAL" clId="{517DB387-D46D-4360-A89D-0AB2A58C50C0}" dt="2026-06-10T13:07:05.393" v="2079" actId="47"/>
        <pc:sldMkLst>
          <pc:docMk/>
          <pc:sldMk cId="2977612402" sldId="2147479145"/>
        </pc:sldMkLst>
      </pc:sldChg>
      <pc:sldChg chg="modSp del mod">
        <pc:chgData name="Boerger, Andrew" userId="0c0bc9a9-2163-4dfe-8380-dffe9bae854a" providerId="ADAL" clId="{517DB387-D46D-4360-A89D-0AB2A58C50C0}" dt="2026-06-10T13:07:06.205" v="2080" actId="47"/>
        <pc:sldMkLst>
          <pc:docMk/>
          <pc:sldMk cId="3691500817" sldId="2147479146"/>
        </pc:sldMkLst>
      </pc:sldChg>
      <pc:sldChg chg="modSp add del mod ord setBg">
        <pc:chgData name="Boerger, Andrew" userId="0c0bc9a9-2163-4dfe-8380-dffe9bae854a" providerId="ADAL" clId="{517DB387-D46D-4360-A89D-0AB2A58C50C0}" dt="2026-06-10T13:07:06.936" v="2081" actId="47"/>
        <pc:sldMkLst>
          <pc:docMk/>
          <pc:sldMk cId="4125784646" sldId="2147479147"/>
        </pc:sldMkLst>
      </pc:sldChg>
      <pc:sldChg chg="addSp delSp modSp del mod ord">
        <pc:chgData name="Boerger, Andrew" userId="0c0bc9a9-2163-4dfe-8380-dffe9bae854a" providerId="ADAL" clId="{517DB387-D46D-4360-A89D-0AB2A58C50C0}" dt="2026-06-10T13:07:01.814" v="2078" actId="47"/>
        <pc:sldMkLst>
          <pc:docMk/>
          <pc:sldMk cId="83171809" sldId="2147479208"/>
        </pc:sldMkLst>
      </pc:sldChg>
      <pc:sldChg chg="modSp mod">
        <pc:chgData name="Boerger, Andrew" userId="0c0bc9a9-2163-4dfe-8380-dffe9bae854a" providerId="ADAL" clId="{517DB387-D46D-4360-A89D-0AB2A58C50C0}" dt="2026-06-11T02:40:11.903" v="2454" actId="1076"/>
        <pc:sldMkLst>
          <pc:docMk/>
          <pc:sldMk cId="34420493" sldId="2147479214"/>
        </pc:sldMkLst>
        <pc:spChg chg="mod">
          <ac:chgData name="Boerger, Andrew" userId="0c0bc9a9-2163-4dfe-8380-dffe9bae854a" providerId="ADAL" clId="{517DB387-D46D-4360-A89D-0AB2A58C50C0}" dt="2026-06-11T02:40:11.903" v="2454" actId="1076"/>
          <ac:spMkLst>
            <pc:docMk/>
            <pc:sldMk cId="34420493" sldId="2147479214"/>
            <ac:spMk id="9" creationId="{475E912A-011F-5486-954D-AC18C6F8F5B2}"/>
          </ac:spMkLst>
        </pc:spChg>
      </pc:sldChg>
      <pc:sldChg chg="addSp delSp modSp mod">
        <pc:chgData name="Boerger, Andrew" userId="0c0bc9a9-2163-4dfe-8380-dffe9bae854a" providerId="ADAL" clId="{517DB387-D46D-4360-A89D-0AB2A58C50C0}" dt="2026-05-14T20:02:22.997" v="1994" actId="1076"/>
        <pc:sldMkLst>
          <pc:docMk/>
          <pc:sldMk cId="250128250" sldId="2147479216"/>
        </pc:sldMkLst>
        <pc:spChg chg="mod">
          <ac:chgData name="Boerger, Andrew" userId="0c0bc9a9-2163-4dfe-8380-dffe9bae854a" providerId="ADAL" clId="{517DB387-D46D-4360-A89D-0AB2A58C50C0}" dt="2026-05-14T20:02:22.997" v="1994" actId="1076"/>
          <ac:spMkLst>
            <pc:docMk/>
            <pc:sldMk cId="250128250" sldId="2147479216"/>
            <ac:spMk id="3" creationId="{B15378B9-0AAE-264E-1ADC-9C294EBE27E7}"/>
          </ac:spMkLst>
        </pc:spChg>
      </pc:sldChg>
      <pc:sldChg chg="addSp modSp mod">
        <pc:chgData name="Boerger, Andrew" userId="0c0bc9a9-2163-4dfe-8380-dffe9bae854a" providerId="ADAL" clId="{517DB387-D46D-4360-A89D-0AB2A58C50C0}" dt="2026-06-11T03:40:49.949" v="3880" actId="1076"/>
        <pc:sldMkLst>
          <pc:docMk/>
          <pc:sldMk cId="3356311626" sldId="2147479217"/>
        </pc:sldMkLst>
        <pc:spChg chg="mod">
          <ac:chgData name="Boerger, Andrew" userId="0c0bc9a9-2163-4dfe-8380-dffe9bae854a" providerId="ADAL" clId="{517DB387-D46D-4360-A89D-0AB2A58C50C0}" dt="2026-05-14T16:41:34.966" v="1208" actId="1076"/>
          <ac:spMkLst>
            <pc:docMk/>
            <pc:sldMk cId="3356311626" sldId="2147479217"/>
            <ac:spMk id="3" creationId="{5E26CC91-B1E6-4558-9B9E-0FEC06E411D9}"/>
          </ac:spMkLst>
        </pc:spChg>
        <pc:spChg chg="add mod">
          <ac:chgData name="Boerger, Andrew" userId="0c0bc9a9-2163-4dfe-8380-dffe9bae854a" providerId="ADAL" clId="{517DB387-D46D-4360-A89D-0AB2A58C50C0}" dt="2026-06-11T03:40:49.949" v="3880" actId="1076"/>
          <ac:spMkLst>
            <pc:docMk/>
            <pc:sldMk cId="3356311626" sldId="2147479217"/>
            <ac:spMk id="4" creationId="{DAECBBDE-F118-41B1-B0D2-CA13CC11E875}"/>
          </ac:spMkLst>
        </pc:spChg>
      </pc:sldChg>
      <pc:sldChg chg="addSp delSp modSp mod">
        <pc:chgData name="Boerger, Andrew" userId="0c0bc9a9-2163-4dfe-8380-dffe9bae854a" providerId="ADAL" clId="{517DB387-D46D-4360-A89D-0AB2A58C50C0}" dt="2026-05-14T16:37:46.474" v="1119" actId="20577"/>
        <pc:sldMkLst>
          <pc:docMk/>
          <pc:sldMk cId="250128250" sldId="2147479242"/>
        </pc:sldMkLst>
        <pc:spChg chg="mod">
          <ac:chgData name="Boerger, Andrew" userId="0c0bc9a9-2163-4dfe-8380-dffe9bae854a" providerId="ADAL" clId="{517DB387-D46D-4360-A89D-0AB2A58C50C0}" dt="2026-05-14T16:37:46.474" v="1119" actId="20577"/>
          <ac:spMkLst>
            <pc:docMk/>
            <pc:sldMk cId="250128250" sldId="2147479242"/>
            <ac:spMk id="3" creationId="{B15378B9-0AAE-264E-1ADC-9C294EBE27E7}"/>
          </ac:spMkLst>
        </pc:spChg>
        <pc:picChg chg="add mod">
          <ac:chgData name="Boerger, Andrew" userId="0c0bc9a9-2163-4dfe-8380-dffe9bae854a" providerId="ADAL" clId="{517DB387-D46D-4360-A89D-0AB2A58C50C0}" dt="2026-05-14T16:37:36.114" v="1114" actId="1076"/>
          <ac:picMkLst>
            <pc:docMk/>
            <pc:sldMk cId="250128250" sldId="2147479242"/>
            <ac:picMk id="2" creationId="{D6E11A52-C0B7-86EC-F4CE-61CA3E257EB8}"/>
          </ac:picMkLst>
        </pc:picChg>
      </pc:sldChg>
      <pc:sldChg chg="addSp delSp modSp add del mod">
        <pc:chgData name="Boerger, Andrew" userId="0c0bc9a9-2163-4dfe-8380-dffe9bae854a" providerId="ADAL" clId="{517DB387-D46D-4360-A89D-0AB2A58C50C0}" dt="2026-05-14T19:56:40.509" v="1796" actId="47"/>
        <pc:sldMkLst>
          <pc:docMk/>
          <pc:sldMk cId="250128250" sldId="2147479245"/>
        </pc:sldMkLst>
        <pc:spChg chg="add mod">
          <ac:chgData name="Boerger, Andrew" userId="0c0bc9a9-2163-4dfe-8380-dffe9bae854a" providerId="ADAL" clId="{517DB387-D46D-4360-A89D-0AB2A58C50C0}" dt="2026-05-14T19:49:58.202" v="1789" actId="20577"/>
          <ac:spMkLst>
            <pc:docMk/>
            <pc:sldMk cId="250128250" sldId="2147479245"/>
            <ac:spMk id="2" creationId="{E1A29C3A-633A-9679-4558-0940669A33BB}"/>
          </ac:spMkLst>
        </pc:spChg>
        <pc:picChg chg="add mod">
          <ac:chgData name="Boerger, Andrew" userId="0c0bc9a9-2163-4dfe-8380-dffe9bae854a" providerId="ADAL" clId="{517DB387-D46D-4360-A89D-0AB2A58C50C0}" dt="2026-05-14T19:50:03.605" v="1791"/>
          <ac:picMkLst>
            <pc:docMk/>
            <pc:sldMk cId="250128250" sldId="2147479245"/>
            <ac:picMk id="4" creationId="{163C6FE1-2667-8B39-6864-3239B7F9476F}"/>
          </ac:picMkLst>
        </pc:picChg>
      </pc:sldChg>
      <pc:sldChg chg="addSp delSp add del mod">
        <pc:chgData name="Boerger, Andrew" userId="0c0bc9a9-2163-4dfe-8380-dffe9bae854a" providerId="ADAL" clId="{517DB387-D46D-4360-A89D-0AB2A58C50C0}" dt="2026-05-14T19:57:02.715" v="1798" actId="22"/>
        <pc:sldMkLst>
          <pc:docMk/>
          <pc:sldMk cId="34420493" sldId="2147479247"/>
        </pc:sldMkLst>
      </pc:sldChg>
      <pc:sldChg chg="add ord">
        <pc:chgData name="Boerger, Andrew" userId="0c0bc9a9-2163-4dfe-8380-dffe9bae854a" providerId="ADAL" clId="{517DB387-D46D-4360-A89D-0AB2A58C50C0}" dt="2026-05-14T19:57:52.715" v="1800"/>
        <pc:sldMkLst>
          <pc:docMk/>
          <pc:sldMk cId="170508941" sldId="2147479248"/>
        </pc:sldMkLst>
      </pc:sldChg>
      <pc:sldChg chg="delSp modSp add mod">
        <pc:chgData name="Boerger, Andrew" userId="0c0bc9a9-2163-4dfe-8380-dffe9bae854a" providerId="ADAL" clId="{517DB387-D46D-4360-A89D-0AB2A58C50C0}" dt="2026-05-14T16:47:13.227" v="1390" actId="2711"/>
        <pc:sldMkLst>
          <pc:docMk/>
          <pc:sldMk cId="1535001818" sldId="2147479258"/>
        </pc:sldMkLst>
        <pc:spChg chg="mod">
          <ac:chgData name="Boerger, Andrew" userId="0c0bc9a9-2163-4dfe-8380-dffe9bae854a" providerId="ADAL" clId="{517DB387-D46D-4360-A89D-0AB2A58C50C0}" dt="2026-05-14T16:47:13.227" v="1390" actId="2711"/>
          <ac:spMkLst>
            <pc:docMk/>
            <pc:sldMk cId="1535001818" sldId="2147479258"/>
            <ac:spMk id="2" creationId="{D8DF0A18-3597-CDEC-CD22-0244141C04E7}"/>
          </ac:spMkLst>
        </pc:spChg>
        <pc:spChg chg="mod">
          <ac:chgData name="Boerger, Andrew" userId="0c0bc9a9-2163-4dfe-8380-dffe9bae854a" providerId="ADAL" clId="{517DB387-D46D-4360-A89D-0AB2A58C50C0}" dt="2026-05-14T16:42:38.597" v="1218" actId="20577"/>
          <ac:spMkLst>
            <pc:docMk/>
            <pc:sldMk cId="1535001818" sldId="2147479258"/>
            <ac:spMk id="1021" creationId="{00000000-0000-0000-0000-000000000000}"/>
          </ac:spMkLst>
        </pc:spChg>
      </pc:sldChg>
      <pc:sldChg chg="delSp modSp add mod ord">
        <pc:chgData name="Boerger, Andrew" userId="0c0bc9a9-2163-4dfe-8380-dffe9bae854a" providerId="ADAL" clId="{517DB387-D46D-4360-A89D-0AB2A58C50C0}" dt="2026-06-10T13:23:19.607" v="2221" actId="20577"/>
        <pc:sldMkLst>
          <pc:docMk/>
          <pc:sldMk cId="1305605556" sldId="2147479259"/>
        </pc:sldMkLst>
        <pc:spChg chg="mod">
          <ac:chgData name="Boerger, Andrew" userId="0c0bc9a9-2163-4dfe-8380-dffe9bae854a" providerId="ADAL" clId="{517DB387-D46D-4360-A89D-0AB2A58C50C0}" dt="2026-06-10T13:22:24.005" v="2167" actId="20577"/>
          <ac:spMkLst>
            <pc:docMk/>
            <pc:sldMk cId="1305605556" sldId="2147479259"/>
            <ac:spMk id="2" creationId="{D8DF0A18-3597-CDEC-CD22-0244141C04E7}"/>
          </ac:spMkLst>
        </pc:spChg>
        <pc:spChg chg="mod">
          <ac:chgData name="Boerger, Andrew" userId="0c0bc9a9-2163-4dfe-8380-dffe9bae854a" providerId="ADAL" clId="{517DB387-D46D-4360-A89D-0AB2A58C50C0}" dt="2026-06-10T13:22:48.535" v="2182" actId="14100"/>
          <ac:spMkLst>
            <pc:docMk/>
            <pc:sldMk cId="1305605556" sldId="2147479259"/>
            <ac:spMk id="1000" creationId="{00000000-0000-0000-0000-000000000000}"/>
          </ac:spMkLst>
        </pc:spChg>
        <pc:spChg chg="mod">
          <ac:chgData name="Boerger, Andrew" userId="0c0bc9a9-2163-4dfe-8380-dffe9bae854a" providerId="ADAL" clId="{517DB387-D46D-4360-A89D-0AB2A58C50C0}" dt="2026-06-10T13:23:02.870" v="2187" actId="404"/>
          <ac:spMkLst>
            <pc:docMk/>
            <pc:sldMk cId="1305605556" sldId="2147479259"/>
            <ac:spMk id="1001" creationId="{00000000-0000-0000-0000-000000000000}"/>
          </ac:spMkLst>
        </pc:spChg>
        <pc:spChg chg="mod">
          <ac:chgData name="Boerger, Andrew" userId="0c0bc9a9-2163-4dfe-8380-dffe9bae854a" providerId="ADAL" clId="{517DB387-D46D-4360-A89D-0AB2A58C50C0}" dt="2026-06-10T13:23:02.870" v="2187" actId="404"/>
          <ac:spMkLst>
            <pc:docMk/>
            <pc:sldMk cId="1305605556" sldId="2147479259"/>
            <ac:spMk id="1002" creationId="{00000000-0000-0000-0000-000000000000}"/>
          </ac:spMkLst>
        </pc:spChg>
        <pc:spChg chg="mod">
          <ac:chgData name="Boerger, Andrew" userId="0c0bc9a9-2163-4dfe-8380-dffe9bae854a" providerId="ADAL" clId="{517DB387-D46D-4360-A89D-0AB2A58C50C0}" dt="2026-06-10T13:23:19.607" v="2221" actId="20577"/>
          <ac:spMkLst>
            <pc:docMk/>
            <pc:sldMk cId="1305605556" sldId="2147479259"/>
            <ac:spMk id="1003" creationId="{00000000-0000-0000-0000-000000000000}"/>
          </ac:spMkLst>
        </pc:spChg>
        <pc:spChg chg="mod">
          <ac:chgData name="Boerger, Andrew" userId="0c0bc9a9-2163-4dfe-8380-dffe9bae854a" providerId="ADAL" clId="{517DB387-D46D-4360-A89D-0AB2A58C50C0}" dt="2026-06-10T13:22:50.972" v="2183" actId="14100"/>
          <ac:spMkLst>
            <pc:docMk/>
            <pc:sldMk cId="1305605556" sldId="2147479259"/>
            <ac:spMk id="1004" creationId="{00000000-0000-0000-0000-000000000000}"/>
          </ac:spMkLst>
        </pc:spChg>
        <pc:spChg chg="mod">
          <ac:chgData name="Boerger, Andrew" userId="0c0bc9a9-2163-4dfe-8380-dffe9bae854a" providerId="ADAL" clId="{517DB387-D46D-4360-A89D-0AB2A58C50C0}" dt="2026-06-10T13:23:02.870" v="2187" actId="404"/>
          <ac:spMkLst>
            <pc:docMk/>
            <pc:sldMk cId="1305605556" sldId="2147479259"/>
            <ac:spMk id="1005" creationId="{00000000-0000-0000-0000-000000000000}"/>
          </ac:spMkLst>
        </pc:spChg>
        <pc:spChg chg="mod">
          <ac:chgData name="Boerger, Andrew" userId="0c0bc9a9-2163-4dfe-8380-dffe9bae854a" providerId="ADAL" clId="{517DB387-D46D-4360-A89D-0AB2A58C50C0}" dt="2026-06-10T13:23:02.870" v="2187" actId="404"/>
          <ac:spMkLst>
            <pc:docMk/>
            <pc:sldMk cId="1305605556" sldId="2147479259"/>
            <ac:spMk id="1006" creationId="{00000000-0000-0000-0000-000000000000}"/>
          </ac:spMkLst>
        </pc:spChg>
        <pc:spChg chg="mod">
          <ac:chgData name="Boerger, Andrew" userId="0c0bc9a9-2163-4dfe-8380-dffe9bae854a" providerId="ADAL" clId="{517DB387-D46D-4360-A89D-0AB2A58C50C0}" dt="2026-06-10T13:23:02.870" v="2187" actId="404"/>
          <ac:spMkLst>
            <pc:docMk/>
            <pc:sldMk cId="1305605556" sldId="2147479259"/>
            <ac:spMk id="1007" creationId="{00000000-0000-0000-0000-000000000000}"/>
          </ac:spMkLst>
        </pc:spChg>
        <pc:spChg chg="del">
          <ac:chgData name="Boerger, Andrew" userId="0c0bc9a9-2163-4dfe-8380-dffe9bae854a" providerId="ADAL" clId="{517DB387-D46D-4360-A89D-0AB2A58C50C0}" dt="2026-06-10T13:22:43.061" v="2178" actId="478"/>
          <ac:spMkLst>
            <pc:docMk/>
            <pc:sldMk cId="1305605556" sldId="2147479259"/>
            <ac:spMk id="1008" creationId="{00000000-0000-0000-0000-000000000000}"/>
          </ac:spMkLst>
        </pc:spChg>
        <pc:spChg chg="del mod">
          <ac:chgData name="Boerger, Andrew" userId="0c0bc9a9-2163-4dfe-8380-dffe9bae854a" providerId="ADAL" clId="{517DB387-D46D-4360-A89D-0AB2A58C50C0}" dt="2026-06-10T13:22:46.291" v="2181" actId="478"/>
          <ac:spMkLst>
            <pc:docMk/>
            <pc:sldMk cId="1305605556" sldId="2147479259"/>
            <ac:spMk id="1009" creationId="{00000000-0000-0000-0000-000000000000}"/>
          </ac:spMkLst>
        </pc:spChg>
        <pc:spChg chg="del">
          <ac:chgData name="Boerger, Andrew" userId="0c0bc9a9-2163-4dfe-8380-dffe9bae854a" providerId="ADAL" clId="{517DB387-D46D-4360-A89D-0AB2A58C50C0}" dt="2026-06-10T13:22:45.214" v="2180" actId="478"/>
          <ac:spMkLst>
            <pc:docMk/>
            <pc:sldMk cId="1305605556" sldId="2147479259"/>
            <ac:spMk id="1010" creationId="{00000000-0000-0000-0000-000000000000}"/>
          </ac:spMkLst>
        </pc:spChg>
      </pc:sldChg>
      <pc:sldChg chg="addSp delSp modSp add mod ord">
        <pc:chgData name="Boerger, Andrew" userId="0c0bc9a9-2163-4dfe-8380-dffe9bae854a" providerId="ADAL" clId="{517DB387-D46D-4360-A89D-0AB2A58C50C0}" dt="2026-06-11T02:53:24.334" v="3553" actId="20577"/>
        <pc:sldMkLst>
          <pc:docMk/>
          <pc:sldMk cId="1237641399" sldId="2147479261"/>
        </pc:sldMkLst>
        <pc:spChg chg="mod">
          <ac:chgData name="Boerger, Andrew" userId="0c0bc9a9-2163-4dfe-8380-dffe9bae854a" providerId="ADAL" clId="{517DB387-D46D-4360-A89D-0AB2A58C50C0}" dt="2026-05-14T16:48:44.208" v="1432" actId="108"/>
          <ac:spMkLst>
            <pc:docMk/>
            <pc:sldMk cId="1237641399" sldId="2147479261"/>
            <ac:spMk id="2" creationId="{D8DF0A18-3597-CDEC-CD22-0244141C04E7}"/>
          </ac:spMkLst>
        </pc:spChg>
        <pc:spChg chg="mod">
          <ac:chgData name="Boerger, Andrew" userId="0c0bc9a9-2163-4dfe-8380-dffe9bae854a" providerId="ADAL" clId="{517DB387-D46D-4360-A89D-0AB2A58C50C0}" dt="2026-06-11T02:53:05.068" v="3539" actId="20577"/>
          <ac:spMkLst>
            <pc:docMk/>
            <pc:sldMk cId="1237641399" sldId="2147479261"/>
            <ac:spMk id="1003" creationId="{00000000-0000-0000-0000-000000000000}"/>
          </ac:spMkLst>
        </pc:spChg>
        <pc:spChg chg="mod">
          <ac:chgData name="Boerger, Andrew" userId="0c0bc9a9-2163-4dfe-8380-dffe9bae854a" providerId="ADAL" clId="{517DB387-D46D-4360-A89D-0AB2A58C50C0}" dt="2026-05-14T16:56:09.898" v="1461" actId="20577"/>
          <ac:spMkLst>
            <pc:docMk/>
            <pc:sldMk cId="1237641399" sldId="2147479261"/>
            <ac:spMk id="1006" creationId="{00000000-0000-0000-0000-000000000000}"/>
          </ac:spMkLst>
        </pc:spChg>
        <pc:spChg chg="mod">
          <ac:chgData name="Boerger, Andrew" userId="0c0bc9a9-2163-4dfe-8380-dffe9bae854a" providerId="ADAL" clId="{517DB387-D46D-4360-A89D-0AB2A58C50C0}" dt="2026-06-11T02:53:12" v="3540" actId="14100"/>
          <ac:spMkLst>
            <pc:docMk/>
            <pc:sldMk cId="1237641399" sldId="2147479261"/>
            <ac:spMk id="1007" creationId="{00000000-0000-0000-0000-000000000000}"/>
          </ac:spMkLst>
        </pc:spChg>
        <pc:spChg chg="del">
          <ac:chgData name="Boerger, Andrew" userId="0c0bc9a9-2163-4dfe-8380-dffe9bae854a" providerId="ADAL" clId="{517DB387-D46D-4360-A89D-0AB2A58C50C0}" dt="2026-06-11T02:53:18.466" v="3541" actId="478"/>
          <ac:spMkLst>
            <pc:docMk/>
            <pc:sldMk cId="1237641399" sldId="2147479261"/>
            <ac:spMk id="1009" creationId="{00000000-0000-0000-0000-000000000000}"/>
          </ac:spMkLst>
        </pc:spChg>
        <pc:spChg chg="mod">
          <ac:chgData name="Boerger, Andrew" userId="0c0bc9a9-2163-4dfe-8380-dffe9bae854a" providerId="ADAL" clId="{517DB387-D46D-4360-A89D-0AB2A58C50C0}" dt="2026-06-11T02:53:24.334" v="3553" actId="20577"/>
          <ac:spMkLst>
            <pc:docMk/>
            <pc:sldMk cId="1237641399" sldId="2147479261"/>
            <ac:spMk id="1010" creationId="{00000000-0000-0000-0000-000000000000}"/>
          </ac:spMkLst>
        </pc:spChg>
      </pc:sldChg>
      <pc:sldChg chg="modSp add mod ord">
        <pc:chgData name="Boerger, Andrew" userId="0c0bc9a9-2163-4dfe-8380-dffe9bae854a" providerId="ADAL" clId="{517DB387-D46D-4360-A89D-0AB2A58C50C0}" dt="2026-06-11T02:53:49.367" v="3562" actId="20577"/>
        <pc:sldMkLst>
          <pc:docMk/>
          <pc:sldMk cId="1156875955" sldId="2147479262"/>
        </pc:sldMkLst>
        <pc:spChg chg="mod">
          <ac:chgData name="Boerger, Andrew" userId="0c0bc9a9-2163-4dfe-8380-dffe9bae854a" providerId="ADAL" clId="{517DB387-D46D-4360-A89D-0AB2A58C50C0}" dt="2026-05-14T16:48:51.498" v="1433" actId="108"/>
          <ac:spMkLst>
            <pc:docMk/>
            <pc:sldMk cId="1156875955" sldId="2147479262"/>
            <ac:spMk id="2" creationId="{D8DF0A18-3597-CDEC-CD22-0244141C04E7}"/>
          </ac:spMkLst>
        </pc:spChg>
        <pc:spChg chg="mod">
          <ac:chgData name="Boerger, Andrew" userId="0c0bc9a9-2163-4dfe-8380-dffe9bae854a" providerId="ADAL" clId="{517DB387-D46D-4360-A89D-0AB2A58C50C0}" dt="2026-06-11T02:53:49.367" v="3562" actId="20577"/>
          <ac:spMkLst>
            <pc:docMk/>
            <pc:sldMk cId="1156875955" sldId="2147479262"/>
            <ac:spMk id="1006" creationId="{00000000-0000-0000-0000-000000000000}"/>
          </ac:spMkLst>
        </pc:spChg>
      </pc:sldChg>
      <pc:sldChg chg="modSp add mod ord">
        <pc:chgData name="Boerger, Andrew" userId="0c0bc9a9-2163-4dfe-8380-dffe9bae854a" providerId="ADAL" clId="{517DB387-D46D-4360-A89D-0AB2A58C50C0}" dt="2026-05-14T16:47:47.680" v="1397" actId="20577"/>
        <pc:sldMkLst>
          <pc:docMk/>
          <pc:sldMk cId="3009665320" sldId="2147479263"/>
        </pc:sldMkLst>
        <pc:spChg chg="mod">
          <ac:chgData name="Boerger, Andrew" userId="0c0bc9a9-2163-4dfe-8380-dffe9bae854a" providerId="ADAL" clId="{517DB387-D46D-4360-A89D-0AB2A58C50C0}" dt="2026-05-14T16:47:47.680" v="1397" actId="20577"/>
          <ac:spMkLst>
            <pc:docMk/>
            <pc:sldMk cId="3009665320" sldId="2147479263"/>
            <ac:spMk id="2" creationId="{C95D5FF6-FAA3-8278-4328-ECC6FBBEB361}"/>
          </ac:spMkLst>
        </pc:spChg>
        <pc:spChg chg="mod">
          <ac:chgData name="Boerger, Andrew" userId="0c0bc9a9-2163-4dfe-8380-dffe9bae854a" providerId="ADAL" clId="{517DB387-D46D-4360-A89D-0AB2A58C50C0}" dt="2026-05-14T02:42:12.739" v="860" actId="20577"/>
          <ac:spMkLst>
            <pc:docMk/>
            <pc:sldMk cId="3009665320" sldId="2147479263"/>
            <ac:spMk id="1001" creationId="{00000000-0000-0000-0000-000000000000}"/>
          </ac:spMkLst>
        </pc:spChg>
        <pc:spChg chg="mod">
          <ac:chgData name="Boerger, Andrew" userId="0c0bc9a9-2163-4dfe-8380-dffe9bae854a" providerId="ADAL" clId="{517DB387-D46D-4360-A89D-0AB2A58C50C0}" dt="2026-05-14T02:42:18.295" v="868" actId="20577"/>
          <ac:spMkLst>
            <pc:docMk/>
            <pc:sldMk cId="3009665320" sldId="2147479263"/>
            <ac:spMk id="1002" creationId="{00000000-0000-0000-0000-000000000000}"/>
          </ac:spMkLst>
        </pc:spChg>
        <pc:spChg chg="mod">
          <ac:chgData name="Boerger, Andrew" userId="0c0bc9a9-2163-4dfe-8380-dffe9bae854a" providerId="ADAL" clId="{517DB387-D46D-4360-A89D-0AB2A58C50C0}" dt="2026-05-14T02:42:37.612" v="912" actId="20577"/>
          <ac:spMkLst>
            <pc:docMk/>
            <pc:sldMk cId="3009665320" sldId="2147479263"/>
            <ac:spMk id="1017" creationId="{00000000-0000-0000-0000-000000000000}"/>
          </ac:spMkLst>
        </pc:spChg>
      </pc:sldChg>
      <pc:sldChg chg="modSp add mod ord">
        <pc:chgData name="Boerger, Andrew" userId="0c0bc9a9-2163-4dfe-8380-dffe9bae854a" providerId="ADAL" clId="{517DB387-D46D-4360-A89D-0AB2A58C50C0}" dt="2026-06-10T13:23:54.814" v="2271" actId="20577"/>
        <pc:sldMkLst>
          <pc:docMk/>
          <pc:sldMk cId="2334988961" sldId="2147479265"/>
        </pc:sldMkLst>
        <pc:spChg chg="mod">
          <ac:chgData name="Boerger, Andrew" userId="0c0bc9a9-2163-4dfe-8380-dffe9bae854a" providerId="ADAL" clId="{517DB387-D46D-4360-A89D-0AB2A58C50C0}" dt="2026-05-14T16:47:40.539" v="1395" actId="108"/>
          <ac:spMkLst>
            <pc:docMk/>
            <pc:sldMk cId="2334988961" sldId="2147479265"/>
            <ac:spMk id="2" creationId="{D8DF0A18-3597-CDEC-CD22-0244141C04E7}"/>
          </ac:spMkLst>
        </pc:spChg>
        <pc:spChg chg="mod">
          <ac:chgData name="Boerger, Andrew" userId="0c0bc9a9-2163-4dfe-8380-dffe9bae854a" providerId="ADAL" clId="{517DB387-D46D-4360-A89D-0AB2A58C50C0}" dt="2026-06-10T13:23:54.814" v="2271" actId="20577"/>
          <ac:spMkLst>
            <pc:docMk/>
            <pc:sldMk cId="2334988961" sldId="2147479265"/>
            <ac:spMk id="1111" creationId="{00000000-0000-0000-0000-000000000000}"/>
          </ac:spMkLst>
        </pc:spChg>
        <pc:spChg chg="mod">
          <ac:chgData name="Boerger, Andrew" userId="0c0bc9a9-2163-4dfe-8380-dffe9bae854a" providerId="ADAL" clId="{517DB387-D46D-4360-A89D-0AB2A58C50C0}" dt="2026-06-10T13:23:40.164" v="2235" actId="20577"/>
          <ac:spMkLst>
            <pc:docMk/>
            <pc:sldMk cId="2334988961" sldId="2147479265"/>
            <ac:spMk id="1302" creationId="{00000000-0000-0000-0000-000000000000}"/>
          </ac:spMkLst>
        </pc:spChg>
        <pc:spChg chg="mod">
          <ac:chgData name="Boerger, Andrew" userId="0c0bc9a9-2163-4dfe-8380-dffe9bae854a" providerId="ADAL" clId="{517DB387-D46D-4360-A89D-0AB2A58C50C0}" dt="2026-06-10T13:23:49.084" v="2268" actId="20577"/>
          <ac:spMkLst>
            <pc:docMk/>
            <pc:sldMk cId="2334988961" sldId="2147479265"/>
            <ac:spMk id="1310" creationId="{00000000-0000-0000-0000-000000000000}"/>
          </ac:spMkLst>
        </pc:spChg>
      </pc:sldChg>
      <pc:sldChg chg="delSp modSp add mod">
        <pc:chgData name="Boerger, Andrew" userId="0c0bc9a9-2163-4dfe-8380-dffe9bae854a" providerId="ADAL" clId="{517DB387-D46D-4360-A89D-0AB2A58C50C0}" dt="2026-06-11T02:50:49.748" v="3183" actId="1076"/>
        <pc:sldMkLst>
          <pc:docMk/>
          <pc:sldMk cId="3440248421" sldId="2147479270"/>
        </pc:sldMkLst>
        <pc:spChg chg="mod">
          <ac:chgData name="Boerger, Andrew" userId="0c0bc9a9-2163-4dfe-8380-dffe9bae854a" providerId="ADAL" clId="{517DB387-D46D-4360-A89D-0AB2A58C50C0}" dt="2026-06-10T13:21:51.870" v="2162" actId="20577"/>
          <ac:spMkLst>
            <pc:docMk/>
            <pc:sldMk cId="3440248421" sldId="2147479270"/>
            <ac:spMk id="2" creationId="{C95D5FF6-FAA3-8278-4328-ECC6FBBEB361}"/>
          </ac:spMkLst>
        </pc:spChg>
        <pc:spChg chg="del">
          <ac:chgData name="Boerger, Andrew" userId="0c0bc9a9-2163-4dfe-8380-dffe9bae854a" providerId="ADAL" clId="{517DB387-D46D-4360-A89D-0AB2A58C50C0}" dt="2026-06-11T02:50:45.848" v="3182" actId="478"/>
          <ac:spMkLst>
            <pc:docMk/>
            <pc:sldMk cId="3440248421" sldId="2147479270"/>
            <ac:spMk id="3001" creationId="{00000000-0000-0000-0000-000000000000}"/>
          </ac:spMkLst>
        </pc:spChg>
        <pc:spChg chg="mod">
          <ac:chgData name="Boerger, Andrew" userId="0c0bc9a9-2163-4dfe-8380-dffe9bae854a" providerId="ADAL" clId="{517DB387-D46D-4360-A89D-0AB2A58C50C0}" dt="2026-06-11T02:50:49.748" v="3183" actId="1076"/>
          <ac:spMkLst>
            <pc:docMk/>
            <pc:sldMk cId="3440248421" sldId="2147479270"/>
            <ac:spMk id="3002" creationId="{00000000-0000-0000-0000-000000000000}"/>
          </ac:spMkLst>
        </pc:spChg>
      </pc:sldChg>
      <pc:sldChg chg="delSp modSp add mod">
        <pc:chgData name="Boerger, Andrew" userId="0c0bc9a9-2163-4dfe-8380-dffe9bae854a" providerId="ADAL" clId="{517DB387-D46D-4360-A89D-0AB2A58C50C0}" dt="2026-06-11T02:52:21.829" v="3377" actId="20577"/>
        <pc:sldMkLst>
          <pc:docMk/>
          <pc:sldMk cId="1655546525" sldId="2147479271"/>
        </pc:sldMkLst>
        <pc:spChg chg="mod">
          <ac:chgData name="Boerger, Andrew" userId="0c0bc9a9-2163-4dfe-8380-dffe9bae854a" providerId="ADAL" clId="{517DB387-D46D-4360-A89D-0AB2A58C50C0}" dt="2026-06-10T13:21:48.762" v="2161" actId="20577"/>
          <ac:spMkLst>
            <pc:docMk/>
            <pc:sldMk cId="1655546525" sldId="2147479271"/>
            <ac:spMk id="2" creationId="{D8DF0A18-3597-CDEC-CD22-0244141C04E7}"/>
          </ac:spMkLst>
        </pc:spChg>
        <pc:spChg chg="del">
          <ac:chgData name="Boerger, Andrew" userId="0c0bc9a9-2163-4dfe-8380-dffe9bae854a" providerId="ADAL" clId="{517DB387-D46D-4360-A89D-0AB2A58C50C0}" dt="2026-06-11T02:52:05.643" v="3327" actId="478"/>
          <ac:spMkLst>
            <pc:docMk/>
            <pc:sldMk cId="1655546525" sldId="2147479271"/>
            <ac:spMk id="2001" creationId="{00000000-0000-0000-0000-000000000000}"/>
          </ac:spMkLst>
        </pc:spChg>
        <pc:spChg chg="mod">
          <ac:chgData name="Boerger, Andrew" userId="0c0bc9a9-2163-4dfe-8380-dffe9bae854a" providerId="ADAL" clId="{517DB387-D46D-4360-A89D-0AB2A58C50C0}" dt="2026-06-11T02:52:08.152" v="3328" actId="1076"/>
          <ac:spMkLst>
            <pc:docMk/>
            <pc:sldMk cId="1655546525" sldId="2147479271"/>
            <ac:spMk id="2002" creationId="{00000000-0000-0000-0000-000000000000}"/>
          </ac:spMkLst>
        </pc:spChg>
        <pc:spChg chg="mod">
          <ac:chgData name="Boerger, Andrew" userId="0c0bc9a9-2163-4dfe-8380-dffe9bae854a" providerId="ADAL" clId="{517DB387-D46D-4360-A89D-0AB2A58C50C0}" dt="2026-06-11T02:52:21.829" v="3377" actId="20577"/>
          <ac:spMkLst>
            <pc:docMk/>
            <pc:sldMk cId="1655546525" sldId="2147479271"/>
            <ac:spMk id="2003" creationId="{00000000-0000-0000-0000-000000000000}"/>
          </ac:spMkLst>
        </pc:spChg>
        <pc:spChg chg="mod">
          <ac:chgData name="Boerger, Andrew" userId="0c0bc9a9-2163-4dfe-8380-dffe9bae854a" providerId="ADAL" clId="{517DB387-D46D-4360-A89D-0AB2A58C50C0}" dt="2026-06-11T02:51:45.912" v="3300" actId="21"/>
          <ac:spMkLst>
            <pc:docMk/>
            <pc:sldMk cId="1655546525" sldId="2147479271"/>
            <ac:spMk id="2011" creationId="{00000000-0000-0000-0000-000000000000}"/>
          </ac:spMkLst>
        </pc:spChg>
        <pc:spChg chg="mod">
          <ac:chgData name="Boerger, Andrew" userId="0c0bc9a9-2163-4dfe-8380-dffe9bae854a" providerId="ADAL" clId="{517DB387-D46D-4360-A89D-0AB2A58C50C0}" dt="2026-06-11T02:52:01.260" v="3325" actId="1076"/>
          <ac:spMkLst>
            <pc:docMk/>
            <pc:sldMk cId="1655546525" sldId="2147479271"/>
            <ac:spMk id="2012" creationId="{00000000-0000-0000-0000-000000000000}"/>
          </ac:spMkLst>
        </pc:spChg>
        <pc:spChg chg="mod">
          <ac:chgData name="Boerger, Andrew" userId="0c0bc9a9-2163-4dfe-8380-dffe9bae854a" providerId="ADAL" clId="{517DB387-D46D-4360-A89D-0AB2A58C50C0}" dt="2026-06-11T02:52:03.451" v="3326" actId="1076"/>
          <ac:spMkLst>
            <pc:docMk/>
            <pc:sldMk cId="1655546525" sldId="2147479271"/>
            <ac:spMk id="2013" creationId="{00000000-0000-0000-0000-000000000000}"/>
          </ac:spMkLst>
        </pc:spChg>
        <pc:spChg chg="del">
          <ac:chgData name="Boerger, Andrew" userId="0c0bc9a9-2163-4dfe-8380-dffe9bae854a" providerId="ADAL" clId="{517DB387-D46D-4360-A89D-0AB2A58C50C0}" dt="2026-06-11T02:51:40.923" v="3299" actId="478"/>
          <ac:spMkLst>
            <pc:docMk/>
            <pc:sldMk cId="1655546525" sldId="2147479271"/>
            <ac:spMk id="2021" creationId="{00000000-0000-0000-0000-000000000000}"/>
          </ac:spMkLst>
        </pc:spChg>
        <pc:spChg chg="mod">
          <ac:chgData name="Boerger, Andrew" userId="0c0bc9a9-2163-4dfe-8380-dffe9bae854a" providerId="ADAL" clId="{517DB387-D46D-4360-A89D-0AB2A58C50C0}" dt="2026-06-11T02:51:36.579" v="3297" actId="20577"/>
          <ac:spMkLst>
            <pc:docMk/>
            <pc:sldMk cId="1655546525" sldId="2147479271"/>
            <ac:spMk id="2022" creationId="{00000000-0000-0000-0000-000000000000}"/>
          </ac:spMkLst>
        </pc:spChg>
        <pc:spChg chg="del">
          <ac:chgData name="Boerger, Andrew" userId="0c0bc9a9-2163-4dfe-8380-dffe9bae854a" providerId="ADAL" clId="{517DB387-D46D-4360-A89D-0AB2A58C50C0}" dt="2026-06-11T02:51:38.631" v="3298" actId="478"/>
          <ac:spMkLst>
            <pc:docMk/>
            <pc:sldMk cId="1655546525" sldId="2147479271"/>
            <ac:spMk id="2023" creationId="{00000000-0000-0000-0000-000000000000}"/>
          </ac:spMkLst>
        </pc:spChg>
        <pc:spChg chg="del">
          <ac:chgData name="Boerger, Andrew" userId="0c0bc9a9-2163-4dfe-8380-dffe9bae854a" providerId="ADAL" clId="{517DB387-D46D-4360-A89D-0AB2A58C50C0}" dt="2026-06-11T02:50:56.417" v="3184" actId="478"/>
          <ac:spMkLst>
            <pc:docMk/>
            <pc:sldMk cId="1655546525" sldId="2147479271"/>
            <ac:spMk id="3001" creationId="{00000000-0000-0000-0000-000000000000}"/>
          </ac:spMkLst>
        </pc:spChg>
        <pc:spChg chg="mod">
          <ac:chgData name="Boerger, Andrew" userId="0c0bc9a9-2163-4dfe-8380-dffe9bae854a" providerId="ADAL" clId="{517DB387-D46D-4360-A89D-0AB2A58C50C0}" dt="2026-06-11T02:51:24.925" v="3285" actId="1076"/>
          <ac:spMkLst>
            <pc:docMk/>
            <pc:sldMk cId="1655546525" sldId="2147479271"/>
            <ac:spMk id="3002" creationId="{00000000-0000-0000-0000-000000000000}"/>
          </ac:spMkLst>
        </pc:spChg>
      </pc:sldChg>
      <pc:sldChg chg="modSp add mod">
        <pc:chgData name="Boerger, Andrew" userId="0c0bc9a9-2163-4dfe-8380-dffe9bae854a" providerId="ADAL" clId="{517DB387-D46D-4360-A89D-0AB2A58C50C0}" dt="2026-05-14T16:48:54.583" v="1434" actId="108"/>
        <pc:sldMkLst>
          <pc:docMk/>
          <pc:sldMk cId="1262923091" sldId="2147479272"/>
        </pc:sldMkLst>
        <pc:spChg chg="mod">
          <ac:chgData name="Boerger, Andrew" userId="0c0bc9a9-2163-4dfe-8380-dffe9bae854a" providerId="ADAL" clId="{517DB387-D46D-4360-A89D-0AB2A58C50C0}" dt="2026-05-14T16:48:54.583" v="1434" actId="108"/>
          <ac:spMkLst>
            <pc:docMk/>
            <pc:sldMk cId="1262923091" sldId="2147479272"/>
            <ac:spMk id="2" creationId="{C95D5FF6-FAA3-8278-4328-ECC6FBBEB361}"/>
          </ac:spMkLst>
        </pc:spChg>
        <pc:spChg chg="mod">
          <ac:chgData name="Boerger, Andrew" userId="0c0bc9a9-2163-4dfe-8380-dffe9bae854a" providerId="ADAL" clId="{517DB387-D46D-4360-A89D-0AB2A58C50C0}" dt="2026-05-14T15:12:35.430" v="1099" actId="20577"/>
          <ac:spMkLst>
            <pc:docMk/>
            <pc:sldMk cId="1262923091" sldId="2147479272"/>
            <ac:spMk id="3003" creationId="{00000000-0000-0000-0000-000000000000}"/>
          </ac:spMkLst>
        </pc:spChg>
      </pc:sldChg>
      <pc:sldChg chg="modSp add mod">
        <pc:chgData name="Boerger, Andrew" userId="0c0bc9a9-2163-4dfe-8380-dffe9bae854a" providerId="ADAL" clId="{517DB387-D46D-4360-A89D-0AB2A58C50C0}" dt="2026-06-11T02:43:13.116" v="2562" actId="20577"/>
        <pc:sldMkLst>
          <pc:docMk/>
          <pc:sldMk cId="2518112790" sldId="2147479275"/>
        </pc:sldMkLst>
        <pc:spChg chg="mod">
          <ac:chgData name="Boerger, Andrew" userId="0c0bc9a9-2163-4dfe-8380-dffe9bae854a" providerId="ADAL" clId="{517DB387-D46D-4360-A89D-0AB2A58C50C0}" dt="2026-06-11T02:43:13.116" v="2562" actId="20577"/>
          <ac:spMkLst>
            <pc:docMk/>
            <pc:sldMk cId="2518112790" sldId="2147479275"/>
            <ac:spMk id="2" creationId="{D8DF0A18-3597-CDEC-CD22-0244141C04E7}"/>
          </ac:spMkLst>
        </pc:spChg>
        <pc:spChg chg="mod">
          <ac:chgData name="Boerger, Andrew" userId="0c0bc9a9-2163-4dfe-8380-dffe9bae854a" providerId="ADAL" clId="{517DB387-D46D-4360-A89D-0AB2A58C50C0}" dt="2026-06-10T13:34:23.265" v="2419" actId="20577"/>
          <ac:spMkLst>
            <pc:docMk/>
            <pc:sldMk cId="2518112790" sldId="2147479275"/>
            <ac:spMk id="1002" creationId="{00000000-0000-0000-0000-000000000000}"/>
          </ac:spMkLst>
        </pc:spChg>
        <pc:spChg chg="mod">
          <ac:chgData name="Boerger, Andrew" userId="0c0bc9a9-2163-4dfe-8380-dffe9bae854a" providerId="ADAL" clId="{517DB387-D46D-4360-A89D-0AB2A58C50C0}" dt="2026-05-14T14:20:22.895" v="1098" actId="20577"/>
          <ac:spMkLst>
            <pc:docMk/>
            <pc:sldMk cId="2518112790" sldId="2147479275"/>
            <ac:spMk id="1014" creationId="{00000000-0000-0000-0000-000000000000}"/>
          </ac:spMkLst>
        </pc:spChg>
      </pc:sldChg>
      <pc:sldChg chg="delSp modSp add mod">
        <pc:chgData name="Boerger, Andrew" userId="0c0bc9a9-2163-4dfe-8380-dffe9bae854a" providerId="ADAL" clId="{517DB387-D46D-4360-A89D-0AB2A58C50C0}" dt="2026-06-11T02:43:02.904" v="2558" actId="20577"/>
        <pc:sldMkLst>
          <pc:docMk/>
          <pc:sldMk cId="3301790351" sldId="2147479277"/>
        </pc:sldMkLst>
        <pc:spChg chg="mod">
          <ac:chgData name="Boerger, Andrew" userId="0c0bc9a9-2163-4dfe-8380-dffe9bae854a" providerId="ADAL" clId="{517DB387-D46D-4360-A89D-0AB2A58C50C0}" dt="2026-06-11T02:43:02.904" v="2558" actId="20577"/>
          <ac:spMkLst>
            <pc:docMk/>
            <pc:sldMk cId="3301790351" sldId="2147479277"/>
            <ac:spMk id="2" creationId="{C95D5FF6-FAA3-8278-4328-ECC6FBBEB361}"/>
          </ac:spMkLst>
        </pc:spChg>
        <pc:spChg chg="del">
          <ac:chgData name="Boerger, Andrew" userId="0c0bc9a9-2163-4dfe-8380-dffe9bae854a" providerId="ADAL" clId="{517DB387-D46D-4360-A89D-0AB2A58C50C0}" dt="2026-06-11T02:42:08.206" v="2491" actId="478"/>
          <ac:spMkLst>
            <pc:docMk/>
            <pc:sldMk cId="3301790351" sldId="2147479277"/>
            <ac:spMk id="1000" creationId="{00000000-0000-0000-0000-000000000000}"/>
          </ac:spMkLst>
        </pc:spChg>
        <pc:spChg chg="mod">
          <ac:chgData name="Boerger, Andrew" userId="0c0bc9a9-2163-4dfe-8380-dffe9bae854a" providerId="ADAL" clId="{517DB387-D46D-4360-A89D-0AB2A58C50C0}" dt="2026-06-11T02:42:42.516" v="2557" actId="20577"/>
          <ac:spMkLst>
            <pc:docMk/>
            <pc:sldMk cId="3301790351" sldId="2147479277"/>
            <ac:spMk id="1512" creationId="{00000000-0000-0000-0000-000000000000}"/>
          </ac:spMkLst>
        </pc:spChg>
        <pc:spChg chg="del">
          <ac:chgData name="Boerger, Andrew" userId="0c0bc9a9-2163-4dfe-8380-dffe9bae854a" providerId="ADAL" clId="{517DB387-D46D-4360-A89D-0AB2A58C50C0}" dt="2026-06-11T02:42:19.889" v="2492" actId="478"/>
          <ac:spMkLst>
            <pc:docMk/>
            <pc:sldMk cId="3301790351" sldId="2147479277"/>
            <ac:spMk id="1513" creationId="{00000000-0000-0000-0000-000000000000}"/>
          </ac:spMkLst>
        </pc:spChg>
      </pc:sldChg>
      <pc:sldChg chg="addSp delSp modSp add mod">
        <pc:chgData name="Boerger, Andrew" userId="0c0bc9a9-2163-4dfe-8380-dffe9bae854a" providerId="ADAL" clId="{517DB387-D46D-4360-A89D-0AB2A58C50C0}" dt="2026-06-11T02:45:05.961" v="2749" actId="20577"/>
        <pc:sldMkLst>
          <pc:docMk/>
          <pc:sldMk cId="2670343407" sldId="2147479279"/>
        </pc:sldMkLst>
        <pc:spChg chg="mod">
          <ac:chgData name="Boerger, Andrew" userId="0c0bc9a9-2163-4dfe-8380-dffe9bae854a" providerId="ADAL" clId="{517DB387-D46D-4360-A89D-0AB2A58C50C0}" dt="2026-06-10T13:22:01.924" v="2166" actId="20577"/>
          <ac:spMkLst>
            <pc:docMk/>
            <pc:sldMk cId="2670343407" sldId="2147479279"/>
            <ac:spMk id="2" creationId="{C95D5FF6-FAA3-8278-4328-ECC6FBBEB361}"/>
          </ac:spMkLst>
        </pc:spChg>
        <pc:spChg chg="mod">
          <ac:chgData name="Boerger, Andrew" userId="0c0bc9a9-2163-4dfe-8380-dffe9bae854a" providerId="ADAL" clId="{517DB387-D46D-4360-A89D-0AB2A58C50C0}" dt="2026-06-11T02:45:05.961" v="2749" actId="20577"/>
          <ac:spMkLst>
            <pc:docMk/>
            <pc:sldMk cId="2670343407" sldId="2147479279"/>
            <ac:spMk id="1020" creationId="{00000000-0000-0000-0000-000000000000}"/>
          </ac:spMkLst>
        </pc:spChg>
        <pc:spChg chg="mod">
          <ac:chgData name="Boerger, Andrew" userId="0c0bc9a9-2163-4dfe-8380-dffe9bae854a" providerId="ADAL" clId="{517DB387-D46D-4360-A89D-0AB2A58C50C0}" dt="2026-06-11T02:44:07.215" v="2661" actId="27107"/>
          <ac:spMkLst>
            <pc:docMk/>
            <pc:sldMk cId="2670343407" sldId="2147479279"/>
            <ac:spMk id="1022" creationId="{00000000-0000-0000-0000-000000000000}"/>
          </ac:spMkLst>
        </pc:spChg>
        <pc:spChg chg="del">
          <ac:chgData name="Boerger, Andrew" userId="0c0bc9a9-2163-4dfe-8380-dffe9bae854a" providerId="ADAL" clId="{517DB387-D46D-4360-A89D-0AB2A58C50C0}" dt="2026-06-11T02:44:51.344" v="2742" actId="478"/>
          <ac:spMkLst>
            <pc:docMk/>
            <pc:sldMk cId="2670343407" sldId="2147479279"/>
            <ac:spMk id="2001" creationId="{00000000-0000-0000-0000-000000000000}"/>
          </ac:spMkLst>
        </pc:spChg>
        <pc:spChg chg="mod">
          <ac:chgData name="Boerger, Andrew" userId="0c0bc9a9-2163-4dfe-8380-dffe9bae854a" providerId="ADAL" clId="{517DB387-D46D-4360-A89D-0AB2A58C50C0}" dt="2026-06-11T02:44:49.035" v="2741" actId="20577"/>
          <ac:spMkLst>
            <pc:docMk/>
            <pc:sldMk cId="2670343407" sldId="2147479279"/>
            <ac:spMk id="2002" creationId="{00000000-0000-0000-0000-000000000000}"/>
          </ac:spMkLst>
        </pc:spChg>
        <pc:spChg chg="del">
          <ac:chgData name="Boerger, Andrew" userId="0c0bc9a9-2163-4dfe-8380-dffe9bae854a" providerId="ADAL" clId="{517DB387-D46D-4360-A89D-0AB2A58C50C0}" dt="2026-06-11T02:44:23.134" v="2664" actId="478"/>
          <ac:spMkLst>
            <pc:docMk/>
            <pc:sldMk cId="2670343407" sldId="2147479279"/>
            <ac:spMk id="2011" creationId="{00000000-0000-0000-0000-000000000000}"/>
          </ac:spMkLst>
        </pc:spChg>
        <pc:spChg chg="add del mod">
          <ac:chgData name="Boerger, Andrew" userId="0c0bc9a9-2163-4dfe-8380-dffe9bae854a" providerId="ADAL" clId="{517DB387-D46D-4360-A89D-0AB2A58C50C0}" dt="2026-06-11T02:44:26.295" v="2675" actId="20577"/>
          <ac:spMkLst>
            <pc:docMk/>
            <pc:sldMk cId="2670343407" sldId="2147479279"/>
            <ac:spMk id="2012" creationId="{00000000-0000-0000-0000-000000000000}"/>
          </ac:spMkLst>
        </pc:spChg>
        <pc:spChg chg="del">
          <ac:chgData name="Boerger, Andrew" userId="0c0bc9a9-2163-4dfe-8380-dffe9bae854a" providerId="ADAL" clId="{517DB387-D46D-4360-A89D-0AB2A58C50C0}" dt="2026-06-11T02:44:31.441" v="2676" actId="478"/>
          <ac:spMkLst>
            <pc:docMk/>
            <pc:sldMk cId="2670343407" sldId="2147479279"/>
            <ac:spMk id="2021" creationId="{00000000-0000-0000-0000-000000000000}"/>
          </ac:spMkLst>
        </pc:spChg>
        <pc:spChg chg="mod">
          <ac:chgData name="Boerger, Andrew" userId="0c0bc9a9-2163-4dfe-8380-dffe9bae854a" providerId="ADAL" clId="{517DB387-D46D-4360-A89D-0AB2A58C50C0}" dt="2026-06-11T02:44:39.860" v="2717" actId="20577"/>
          <ac:spMkLst>
            <pc:docMk/>
            <pc:sldMk cId="2670343407" sldId="2147479279"/>
            <ac:spMk id="2022" creationId="{00000000-0000-0000-0000-000000000000}"/>
          </ac:spMkLst>
        </pc:spChg>
      </pc:sldChg>
      <pc:sldChg chg="delSp modSp add mod">
        <pc:chgData name="Boerger, Andrew" userId="0c0bc9a9-2163-4dfe-8380-dffe9bae854a" providerId="ADAL" clId="{517DB387-D46D-4360-A89D-0AB2A58C50C0}" dt="2026-06-11T02:46:24.675" v="2851" actId="20577"/>
        <pc:sldMkLst>
          <pc:docMk/>
          <pc:sldMk cId="1756127457" sldId="2147479286"/>
        </pc:sldMkLst>
        <pc:spChg chg="mod">
          <ac:chgData name="Boerger, Andrew" userId="0c0bc9a9-2163-4dfe-8380-dffe9bae854a" providerId="ADAL" clId="{517DB387-D46D-4360-A89D-0AB2A58C50C0}" dt="2026-05-14T16:46:02.228" v="1383" actId="2711"/>
          <ac:spMkLst>
            <pc:docMk/>
            <pc:sldMk cId="1756127457" sldId="2147479286"/>
            <ac:spMk id="2" creationId="{D8DF0A18-3597-CDEC-CD22-0244141C04E7}"/>
          </ac:spMkLst>
        </pc:spChg>
        <pc:spChg chg="mod">
          <ac:chgData name="Boerger, Andrew" userId="0c0bc9a9-2163-4dfe-8380-dffe9bae854a" providerId="ADAL" clId="{517DB387-D46D-4360-A89D-0AB2A58C50C0}" dt="2026-06-11T02:45:21.414" v="2750" actId="20577"/>
          <ac:spMkLst>
            <pc:docMk/>
            <pc:sldMk cId="1756127457" sldId="2147479286"/>
            <ac:spMk id="1000" creationId="{00000000-0000-0000-0000-000000000000}"/>
          </ac:spMkLst>
        </pc:spChg>
        <pc:spChg chg="mod">
          <ac:chgData name="Boerger, Andrew" userId="0c0bc9a9-2163-4dfe-8380-dffe9bae854a" providerId="ADAL" clId="{517DB387-D46D-4360-A89D-0AB2A58C50C0}" dt="2026-05-14T02:31:30.626" v="575" actId="1036"/>
          <ac:spMkLst>
            <pc:docMk/>
            <pc:sldMk cId="1756127457" sldId="2147479286"/>
            <ac:spMk id="1011" creationId="{00000000-0000-0000-0000-000000000000}"/>
          </ac:spMkLst>
        </pc:spChg>
        <pc:spChg chg="mod">
          <ac:chgData name="Boerger, Andrew" userId="0c0bc9a9-2163-4dfe-8380-dffe9bae854a" providerId="ADAL" clId="{517DB387-D46D-4360-A89D-0AB2A58C50C0}" dt="2026-05-14T02:31:24.359" v="566" actId="1076"/>
          <ac:spMkLst>
            <pc:docMk/>
            <pc:sldMk cId="1756127457" sldId="2147479286"/>
            <ac:spMk id="1031" creationId="{00000000-0000-0000-0000-000000000000}"/>
          </ac:spMkLst>
        </pc:spChg>
        <pc:spChg chg="mod">
          <ac:chgData name="Boerger, Andrew" userId="0c0bc9a9-2163-4dfe-8380-dffe9bae854a" providerId="ADAL" clId="{517DB387-D46D-4360-A89D-0AB2A58C50C0}" dt="2026-05-14T02:31:24.359" v="566" actId="1076"/>
          <ac:spMkLst>
            <pc:docMk/>
            <pc:sldMk cId="1756127457" sldId="2147479286"/>
            <ac:spMk id="1032" creationId="{00000000-0000-0000-0000-000000000000}"/>
          </ac:spMkLst>
        </pc:spChg>
        <pc:spChg chg="mod">
          <ac:chgData name="Boerger, Andrew" userId="0c0bc9a9-2163-4dfe-8380-dffe9bae854a" providerId="ADAL" clId="{517DB387-D46D-4360-A89D-0AB2A58C50C0}" dt="2026-05-14T16:44:09.678" v="1248" actId="20577"/>
          <ac:spMkLst>
            <pc:docMk/>
            <pc:sldMk cId="1756127457" sldId="2147479286"/>
            <ac:spMk id="2002" creationId="{00000000-0000-0000-0000-000000000000}"/>
          </ac:spMkLst>
        </pc:spChg>
        <pc:spChg chg="mod">
          <ac:chgData name="Boerger, Andrew" userId="0c0bc9a9-2163-4dfe-8380-dffe9bae854a" providerId="ADAL" clId="{517DB387-D46D-4360-A89D-0AB2A58C50C0}" dt="2026-05-14T02:29:37.093" v="529"/>
          <ac:spMkLst>
            <pc:docMk/>
            <pc:sldMk cId="1756127457" sldId="2147479286"/>
            <ac:spMk id="2010" creationId="{00000000-0000-0000-0000-000000000000}"/>
          </ac:spMkLst>
        </pc:spChg>
        <pc:spChg chg="mod">
          <ac:chgData name="Boerger, Andrew" userId="0c0bc9a9-2163-4dfe-8380-dffe9bae854a" providerId="ADAL" clId="{517DB387-D46D-4360-A89D-0AB2A58C50C0}" dt="2026-05-14T16:44:37.660" v="1294" actId="20577"/>
          <ac:spMkLst>
            <pc:docMk/>
            <pc:sldMk cId="1756127457" sldId="2147479286"/>
            <ac:spMk id="2011" creationId="{00000000-0000-0000-0000-000000000000}"/>
          </ac:spMkLst>
        </pc:spChg>
        <pc:spChg chg="mod">
          <ac:chgData name="Boerger, Andrew" userId="0c0bc9a9-2163-4dfe-8380-dffe9bae854a" providerId="ADAL" clId="{517DB387-D46D-4360-A89D-0AB2A58C50C0}" dt="2026-05-14T02:29:37.093" v="530"/>
          <ac:spMkLst>
            <pc:docMk/>
            <pc:sldMk cId="1756127457" sldId="2147479286"/>
            <ac:spMk id="2013" creationId="{00000000-0000-0000-0000-000000000000}"/>
          </ac:spMkLst>
        </pc:spChg>
        <pc:spChg chg="mod">
          <ac:chgData name="Boerger, Andrew" userId="0c0bc9a9-2163-4dfe-8380-dffe9bae854a" providerId="ADAL" clId="{517DB387-D46D-4360-A89D-0AB2A58C50C0}" dt="2026-05-14T02:29:37.093" v="531"/>
          <ac:spMkLst>
            <pc:docMk/>
            <pc:sldMk cId="1756127457" sldId="2147479286"/>
            <ac:spMk id="2020" creationId="{00000000-0000-0000-0000-000000000000}"/>
          </ac:spMkLst>
        </pc:spChg>
        <pc:spChg chg="mod">
          <ac:chgData name="Boerger, Andrew" userId="0c0bc9a9-2163-4dfe-8380-dffe9bae854a" providerId="ADAL" clId="{517DB387-D46D-4360-A89D-0AB2A58C50C0}" dt="2026-05-14T02:29:37.093" v="532"/>
          <ac:spMkLst>
            <pc:docMk/>
            <pc:sldMk cId="1756127457" sldId="2147479286"/>
            <ac:spMk id="2021" creationId="{00000000-0000-0000-0000-000000000000}"/>
          </ac:spMkLst>
        </pc:spChg>
        <pc:spChg chg="mod">
          <ac:chgData name="Boerger, Andrew" userId="0c0bc9a9-2163-4dfe-8380-dffe9bae854a" providerId="ADAL" clId="{517DB387-D46D-4360-A89D-0AB2A58C50C0}" dt="2026-05-14T02:29:37.094" v="533"/>
          <ac:spMkLst>
            <pc:docMk/>
            <pc:sldMk cId="1756127457" sldId="2147479286"/>
            <ac:spMk id="2022" creationId="{00000000-0000-0000-0000-000000000000}"/>
          </ac:spMkLst>
        </pc:spChg>
        <pc:spChg chg="mod">
          <ac:chgData name="Boerger, Andrew" userId="0c0bc9a9-2163-4dfe-8380-dffe9bae854a" providerId="ADAL" clId="{517DB387-D46D-4360-A89D-0AB2A58C50C0}" dt="2026-06-11T02:46:24.675" v="2851" actId="20577"/>
          <ac:spMkLst>
            <pc:docMk/>
            <pc:sldMk cId="1756127457" sldId="2147479286"/>
            <ac:spMk id="2023" creationId="{00000000-0000-0000-0000-000000000000}"/>
          </ac:spMkLst>
        </pc:spChg>
        <pc:spChg chg="mod">
          <ac:chgData name="Boerger, Andrew" userId="0c0bc9a9-2163-4dfe-8380-dffe9bae854a" providerId="ADAL" clId="{517DB387-D46D-4360-A89D-0AB2A58C50C0}" dt="2026-05-14T02:31:42.960" v="588" actId="1035"/>
          <ac:spMkLst>
            <pc:docMk/>
            <pc:sldMk cId="1756127457" sldId="2147479286"/>
            <ac:spMk id="3000" creationId="{00000000-0000-0000-0000-000000000000}"/>
          </ac:spMkLst>
        </pc:spChg>
        <pc:spChg chg="del mod">
          <ac:chgData name="Boerger, Andrew" userId="0c0bc9a9-2163-4dfe-8380-dffe9bae854a" providerId="ADAL" clId="{517DB387-D46D-4360-A89D-0AB2A58C50C0}" dt="2026-06-11T02:45:27.645" v="2751" actId="478"/>
          <ac:spMkLst>
            <pc:docMk/>
            <pc:sldMk cId="1756127457" sldId="2147479286"/>
            <ac:spMk id="3001" creationId="{00000000-0000-0000-0000-000000000000}"/>
          </ac:spMkLst>
        </pc:spChg>
        <pc:spChg chg="mod">
          <ac:chgData name="Boerger, Andrew" userId="0c0bc9a9-2163-4dfe-8380-dffe9bae854a" providerId="ADAL" clId="{517DB387-D46D-4360-A89D-0AB2A58C50C0}" dt="2026-06-11T02:46:13.067" v="2850" actId="20577"/>
          <ac:spMkLst>
            <pc:docMk/>
            <pc:sldMk cId="1756127457" sldId="2147479286"/>
            <ac:spMk id="3002" creationId="{00000000-0000-0000-0000-000000000000}"/>
          </ac:spMkLst>
        </pc:spChg>
      </pc:sldChg>
      <pc:sldChg chg="delSp modSp add mod ord">
        <pc:chgData name="Boerger, Andrew" userId="0c0bc9a9-2163-4dfe-8380-dffe9bae854a" providerId="ADAL" clId="{517DB387-D46D-4360-A89D-0AB2A58C50C0}" dt="2026-06-11T03:41:23.566" v="3901" actId="313"/>
        <pc:sldMkLst>
          <pc:docMk/>
          <pc:sldMk cId="2128393472" sldId="2147479289"/>
        </pc:sldMkLst>
        <pc:spChg chg="mod">
          <ac:chgData name="Boerger, Andrew" userId="0c0bc9a9-2163-4dfe-8380-dffe9bae854a" providerId="ADAL" clId="{517DB387-D46D-4360-A89D-0AB2A58C50C0}" dt="2026-06-11T03:41:23.566" v="3901" actId="313"/>
          <ac:spMkLst>
            <pc:docMk/>
            <pc:sldMk cId="2128393472" sldId="2147479289"/>
            <ac:spMk id="2" creationId="{D8DF0A18-3597-CDEC-CD22-0244141C04E7}"/>
          </ac:spMkLst>
        </pc:spChg>
        <pc:spChg chg="mod">
          <ac:chgData name="Boerger, Andrew" userId="0c0bc9a9-2163-4dfe-8380-dffe9bae854a" providerId="ADAL" clId="{517DB387-D46D-4360-A89D-0AB2A58C50C0}" dt="2026-06-10T13:24:17.352" v="2283" actId="313"/>
          <ac:spMkLst>
            <pc:docMk/>
            <pc:sldMk cId="2128393472" sldId="2147479289"/>
            <ac:spMk id="1107" creationId="{00000000-0000-0000-0000-000000000000}"/>
          </ac:spMkLst>
        </pc:spChg>
        <pc:spChg chg="mod">
          <ac:chgData name="Boerger, Andrew" userId="0c0bc9a9-2163-4dfe-8380-dffe9bae854a" providerId="ADAL" clId="{517DB387-D46D-4360-A89D-0AB2A58C50C0}" dt="2026-06-10T13:24:29.877" v="2312" actId="20577"/>
          <ac:spMkLst>
            <pc:docMk/>
            <pc:sldMk cId="2128393472" sldId="2147479289"/>
            <ac:spMk id="1112" creationId="{00000000-0000-0000-0000-000000000000}"/>
          </ac:spMkLst>
        </pc:spChg>
        <pc:spChg chg="mod">
          <ac:chgData name="Boerger, Andrew" userId="0c0bc9a9-2163-4dfe-8380-dffe9bae854a" providerId="ADAL" clId="{517DB387-D46D-4360-A89D-0AB2A58C50C0}" dt="2026-06-10T13:24:51.678" v="2371" actId="20577"/>
          <ac:spMkLst>
            <pc:docMk/>
            <pc:sldMk cId="2128393472" sldId="2147479289"/>
            <ac:spMk id="1113" creationId="{00000000-0000-0000-0000-000000000000}"/>
          </ac:spMkLst>
        </pc:spChg>
        <pc:spChg chg="mod">
          <ac:chgData name="Boerger, Andrew" userId="0c0bc9a9-2163-4dfe-8380-dffe9bae854a" providerId="ADAL" clId="{517DB387-D46D-4360-A89D-0AB2A58C50C0}" dt="2026-05-14T19:58:49.254" v="1811" actId="1076"/>
          <ac:spMkLst>
            <pc:docMk/>
            <pc:sldMk cId="2128393472" sldId="2147479289"/>
            <ac:spMk id="1510" creationId="{00000000-0000-0000-0000-000000000000}"/>
          </ac:spMkLst>
        </pc:spChg>
        <pc:spChg chg="mod">
          <ac:chgData name="Boerger, Andrew" userId="0c0bc9a9-2163-4dfe-8380-dffe9bae854a" providerId="ADAL" clId="{517DB387-D46D-4360-A89D-0AB2A58C50C0}" dt="2026-05-14T19:58:49.254" v="1811" actId="1076"/>
          <ac:spMkLst>
            <pc:docMk/>
            <pc:sldMk cId="2128393472" sldId="2147479289"/>
            <ac:spMk id="1511" creationId="{00000000-0000-0000-0000-000000000000}"/>
          </ac:spMkLst>
        </pc:spChg>
        <pc:spChg chg="mod">
          <ac:chgData name="Boerger, Andrew" userId="0c0bc9a9-2163-4dfe-8380-dffe9bae854a" providerId="ADAL" clId="{517DB387-D46D-4360-A89D-0AB2A58C50C0}" dt="2026-05-14T19:58:49.254" v="1811" actId="1076"/>
          <ac:spMkLst>
            <pc:docMk/>
            <pc:sldMk cId="2128393472" sldId="2147479289"/>
            <ac:spMk id="1512" creationId="{00000000-0000-0000-0000-000000000000}"/>
          </ac:spMkLst>
        </pc:spChg>
        <pc:spChg chg="mod">
          <ac:chgData name="Boerger, Andrew" userId="0c0bc9a9-2163-4dfe-8380-dffe9bae854a" providerId="ADAL" clId="{517DB387-D46D-4360-A89D-0AB2A58C50C0}" dt="2026-06-10T13:25:31.751" v="2417" actId="20577"/>
          <ac:spMkLst>
            <pc:docMk/>
            <pc:sldMk cId="2128393472" sldId="2147479289"/>
            <ac:spMk id="1513" creationId="{00000000-0000-0000-0000-000000000000}"/>
          </ac:spMkLst>
        </pc:spChg>
      </pc:sldChg>
      <pc:sldChg chg="delSp modSp add del mod">
        <pc:chgData name="Boerger, Andrew" userId="0c0bc9a9-2163-4dfe-8380-dffe9bae854a" providerId="ADAL" clId="{517DB387-D46D-4360-A89D-0AB2A58C50C0}" dt="2026-06-11T03:40:51.428" v="3881" actId="47"/>
        <pc:sldMkLst>
          <pc:docMk/>
          <pc:sldMk cId="4065163788" sldId="2147479290"/>
        </pc:sldMkLst>
        <pc:spChg chg="del mod">
          <ac:chgData name="Boerger, Andrew" userId="0c0bc9a9-2163-4dfe-8380-dffe9bae854a" providerId="ADAL" clId="{517DB387-D46D-4360-A89D-0AB2A58C50C0}" dt="2026-06-11T03:40:45.226" v="3878" actId="21"/>
          <ac:spMkLst>
            <pc:docMk/>
            <pc:sldMk cId="4065163788" sldId="2147479290"/>
            <ac:spMk id="3" creationId="{63B0DC42-090A-A2E8-B644-E9B28663078D}"/>
          </ac:spMkLst>
        </pc:spChg>
      </pc:sldChg>
      <pc:sldChg chg="addSp delSp modSp add mod modNotesTx">
        <pc:chgData name="Boerger, Andrew" userId="0c0bc9a9-2163-4dfe-8380-dffe9bae854a" providerId="ADAL" clId="{517DB387-D46D-4360-A89D-0AB2A58C50C0}" dt="2026-06-10T13:18:04.812" v="2160" actId="20577"/>
        <pc:sldMkLst>
          <pc:docMk/>
          <pc:sldMk cId="3326102910" sldId="2147479291"/>
        </pc:sldMkLst>
        <pc:spChg chg="add mod">
          <ac:chgData name="Boerger, Andrew" userId="0c0bc9a9-2163-4dfe-8380-dffe9bae854a" providerId="ADAL" clId="{517DB387-D46D-4360-A89D-0AB2A58C50C0}" dt="2026-05-14T03:10:01.419" v="1001"/>
          <ac:spMkLst>
            <pc:docMk/>
            <pc:sldMk cId="3326102910" sldId="2147479291"/>
            <ac:spMk id="1026" creationId="{00000000-0000-0000-0000-000000000000}"/>
          </ac:spMkLst>
        </pc:spChg>
        <pc:picChg chg="add mod">
          <ac:chgData name="Boerger, Andrew" userId="0c0bc9a9-2163-4dfe-8380-dffe9bae854a" providerId="ADAL" clId="{517DB387-D46D-4360-A89D-0AB2A58C50C0}" dt="2026-05-14T03:09:52.428" v="999" actId="1076"/>
          <ac:picMkLst>
            <pc:docMk/>
            <pc:sldMk cId="3326102910" sldId="2147479291"/>
            <ac:picMk id="4" creationId="{6F2A58A3-9E76-5E51-2BF9-67A00294F66E}"/>
          </ac:picMkLst>
        </pc:picChg>
      </pc:sldChg>
      <pc:sldChg chg="delSp modSp add mod">
        <pc:chgData name="Boerger, Andrew" userId="0c0bc9a9-2163-4dfe-8380-dffe9bae854a" providerId="ADAL" clId="{517DB387-D46D-4360-A89D-0AB2A58C50C0}" dt="2026-06-11T02:48:39.498" v="3054" actId="20577"/>
        <pc:sldMkLst>
          <pc:docMk/>
          <pc:sldMk cId="1054799247" sldId="2147479294"/>
        </pc:sldMkLst>
        <pc:spChg chg="mod">
          <ac:chgData name="Boerger, Andrew" userId="0c0bc9a9-2163-4dfe-8380-dffe9bae854a" providerId="ADAL" clId="{517DB387-D46D-4360-A89D-0AB2A58C50C0}" dt="2026-05-14T16:45:28.251" v="1382" actId="403"/>
          <ac:spMkLst>
            <pc:docMk/>
            <pc:sldMk cId="1054799247" sldId="2147479294"/>
            <ac:spMk id="2" creationId="{D8DF0A18-3597-CDEC-CD22-0244141C04E7}"/>
          </ac:spMkLst>
        </pc:spChg>
        <pc:spChg chg="mod">
          <ac:chgData name="Boerger, Andrew" userId="0c0bc9a9-2163-4dfe-8380-dffe9bae854a" providerId="ADAL" clId="{517DB387-D46D-4360-A89D-0AB2A58C50C0}" dt="2026-05-14T12:58:34.687" v="1021" actId="20577"/>
          <ac:spMkLst>
            <pc:docMk/>
            <pc:sldMk cId="1054799247" sldId="2147479294"/>
            <ac:spMk id="1000" creationId="{00000000-0000-0000-0000-000000000000}"/>
          </ac:spMkLst>
        </pc:spChg>
        <pc:spChg chg="mod">
          <ac:chgData name="Boerger, Andrew" userId="0c0bc9a9-2163-4dfe-8380-dffe9bae854a" providerId="ADAL" clId="{517DB387-D46D-4360-A89D-0AB2A58C50C0}" dt="2026-06-11T02:47:29.200" v="2907" actId="20577"/>
          <ac:spMkLst>
            <pc:docMk/>
            <pc:sldMk cId="1054799247" sldId="2147479294"/>
            <ac:spMk id="1103" creationId="{00000000-0000-0000-0000-000000000000}"/>
          </ac:spMkLst>
        </pc:spChg>
        <pc:spChg chg="mod">
          <ac:chgData name="Boerger, Andrew" userId="0c0bc9a9-2163-4dfe-8380-dffe9bae854a" providerId="ADAL" clId="{517DB387-D46D-4360-A89D-0AB2A58C50C0}" dt="2026-06-11T02:48:30.010" v="3051" actId="20577"/>
          <ac:spMkLst>
            <pc:docMk/>
            <pc:sldMk cId="1054799247" sldId="2147479294"/>
            <ac:spMk id="1203" creationId="{00000000-0000-0000-0000-000000000000}"/>
          </ac:spMkLst>
        </pc:spChg>
        <pc:spChg chg="mod">
          <ac:chgData name="Boerger, Andrew" userId="0c0bc9a9-2163-4dfe-8380-dffe9bae854a" providerId="ADAL" clId="{517DB387-D46D-4360-A89D-0AB2A58C50C0}" dt="2026-05-14T12:59:49.784" v="1036" actId="1076"/>
          <ac:spMkLst>
            <pc:docMk/>
            <pc:sldMk cId="1054799247" sldId="2147479294"/>
            <ac:spMk id="2000" creationId="{00000000-0000-0000-0000-000000000000}"/>
          </ac:spMkLst>
        </pc:spChg>
        <pc:spChg chg="mod">
          <ac:chgData name="Boerger, Andrew" userId="0c0bc9a9-2163-4dfe-8380-dffe9bae854a" providerId="ADAL" clId="{517DB387-D46D-4360-A89D-0AB2A58C50C0}" dt="2026-05-14T12:59:58.877" v="1040" actId="1076"/>
          <ac:spMkLst>
            <pc:docMk/>
            <pc:sldMk cId="1054799247" sldId="2147479294"/>
            <ac:spMk id="2100" creationId="{00000000-0000-0000-0000-000000000000}"/>
          </ac:spMkLst>
        </pc:spChg>
        <pc:spChg chg="mod">
          <ac:chgData name="Boerger, Andrew" userId="0c0bc9a9-2163-4dfe-8380-dffe9bae854a" providerId="ADAL" clId="{517DB387-D46D-4360-A89D-0AB2A58C50C0}" dt="2026-05-14T12:59:58.877" v="1040" actId="1076"/>
          <ac:spMkLst>
            <pc:docMk/>
            <pc:sldMk cId="1054799247" sldId="2147479294"/>
            <ac:spMk id="2101" creationId="{00000000-0000-0000-0000-000000000000}"/>
          </ac:spMkLst>
        </pc:spChg>
        <pc:spChg chg="mod">
          <ac:chgData name="Boerger, Andrew" userId="0c0bc9a9-2163-4dfe-8380-dffe9bae854a" providerId="ADAL" clId="{517DB387-D46D-4360-A89D-0AB2A58C50C0}" dt="2026-06-11T02:48:39.498" v="3054" actId="20577"/>
          <ac:spMkLst>
            <pc:docMk/>
            <pc:sldMk cId="1054799247" sldId="2147479294"/>
            <ac:spMk id="2102" creationId="{00000000-0000-0000-0000-000000000000}"/>
          </ac:spMkLst>
        </pc:spChg>
      </pc:sldChg>
      <pc:sldChg chg="addSp delSp modSp add mod">
        <pc:chgData name="Boerger, Andrew" userId="0c0bc9a9-2163-4dfe-8380-dffe9bae854a" providerId="ADAL" clId="{517DB387-D46D-4360-A89D-0AB2A58C50C0}" dt="2026-05-14T20:14:51.453" v="2004" actId="1076"/>
        <pc:sldMkLst>
          <pc:docMk/>
          <pc:sldMk cId="940265518" sldId="2147479295"/>
        </pc:sldMkLst>
        <pc:spChg chg="mod">
          <ac:chgData name="Boerger, Andrew" userId="0c0bc9a9-2163-4dfe-8380-dffe9bae854a" providerId="ADAL" clId="{517DB387-D46D-4360-A89D-0AB2A58C50C0}" dt="2026-05-14T20:14:15.503" v="1996"/>
          <ac:spMkLst>
            <pc:docMk/>
            <pc:sldMk cId="940265518" sldId="2147479295"/>
            <ac:spMk id="3" creationId="{F6418DD2-388B-9763-E79C-3FFD22628ABC}"/>
          </ac:spMkLst>
        </pc:spChg>
        <pc:spChg chg="add mod">
          <ac:chgData name="Boerger, Andrew" userId="0c0bc9a9-2163-4dfe-8380-dffe9bae854a" providerId="ADAL" clId="{517DB387-D46D-4360-A89D-0AB2A58C50C0}" dt="2026-05-14T20:14:51.453" v="2004" actId="1076"/>
          <ac:spMkLst>
            <pc:docMk/>
            <pc:sldMk cId="940265518" sldId="2147479295"/>
            <ac:spMk id="6" creationId="{988A4B81-2688-2D40-4670-C7FC3D94E8B7}"/>
          </ac:spMkLst>
        </pc:spChg>
      </pc:sldChg>
      <pc:sldChg chg="addSp delSp modSp add mod">
        <pc:chgData name="Boerger, Andrew" userId="0c0bc9a9-2163-4dfe-8380-dffe9bae854a" providerId="ADAL" clId="{517DB387-D46D-4360-A89D-0AB2A58C50C0}" dt="2026-06-11T02:41:22.248" v="2490" actId="1076"/>
        <pc:sldMkLst>
          <pc:docMk/>
          <pc:sldMk cId="3873360069" sldId="2147479297"/>
        </pc:sldMkLst>
        <pc:spChg chg="mod">
          <ac:chgData name="Boerger, Andrew" userId="0c0bc9a9-2163-4dfe-8380-dffe9bae854a" providerId="ADAL" clId="{517DB387-D46D-4360-A89D-0AB2A58C50C0}" dt="2026-05-14T19:26:24.161" v="1746"/>
          <ac:spMkLst>
            <pc:docMk/>
            <pc:sldMk cId="3873360069" sldId="2147479297"/>
            <ac:spMk id="2" creationId="{D8DF0A18-3597-CDEC-CD22-0244141C04E7}"/>
          </ac:spMkLst>
        </pc:spChg>
        <pc:spChg chg="del">
          <ac:chgData name="Boerger, Andrew" userId="0c0bc9a9-2163-4dfe-8380-dffe9bae854a" providerId="ADAL" clId="{517DB387-D46D-4360-A89D-0AB2A58C50C0}" dt="2026-06-11T02:41:00.045" v="2484" actId="478"/>
          <ac:spMkLst>
            <pc:docMk/>
            <pc:sldMk cId="3873360069" sldId="2147479297"/>
            <ac:spMk id="2001" creationId="{00000000-0000-0000-0000-000000000000}"/>
          </ac:spMkLst>
        </pc:spChg>
        <pc:spChg chg="mod">
          <ac:chgData name="Boerger, Andrew" userId="0c0bc9a9-2163-4dfe-8380-dffe9bae854a" providerId="ADAL" clId="{517DB387-D46D-4360-A89D-0AB2A58C50C0}" dt="2026-06-11T02:41:22.248" v="2490" actId="1076"/>
          <ac:spMkLst>
            <pc:docMk/>
            <pc:sldMk cId="3873360069" sldId="2147479297"/>
            <ac:spMk id="2002" creationId="{00000000-0000-0000-0000-000000000000}"/>
          </ac:spMkLst>
        </pc:spChg>
        <pc:spChg chg="del mod">
          <ac:chgData name="Boerger, Andrew" userId="0c0bc9a9-2163-4dfe-8380-dffe9bae854a" providerId="ADAL" clId="{517DB387-D46D-4360-A89D-0AB2A58C50C0}" dt="2026-06-11T02:41:18.719" v="2489" actId="478"/>
          <ac:spMkLst>
            <pc:docMk/>
            <pc:sldMk cId="3873360069" sldId="2147479297"/>
            <ac:spMk id="2003" creationId="{00000000-0000-0000-0000-000000000000}"/>
          </ac:spMkLst>
        </pc:spChg>
        <pc:spChg chg="mod">
          <ac:chgData name="Boerger, Andrew" userId="0c0bc9a9-2163-4dfe-8380-dffe9bae854a" providerId="ADAL" clId="{517DB387-D46D-4360-A89D-0AB2A58C50C0}" dt="2026-05-14T19:15:14.079" v="1742" actId="1076"/>
          <ac:spMkLst>
            <pc:docMk/>
            <pc:sldMk cId="3873360069" sldId="2147479297"/>
            <ac:spMk id="2012" creationId="{00000000-0000-0000-0000-000000000000}"/>
          </ac:spMkLst>
        </pc:spChg>
        <pc:spChg chg="mod">
          <ac:chgData name="Boerger, Andrew" userId="0c0bc9a9-2163-4dfe-8380-dffe9bae854a" providerId="ADAL" clId="{517DB387-D46D-4360-A89D-0AB2A58C50C0}" dt="2026-05-14T19:15:21.454" v="1743" actId="20577"/>
          <ac:spMkLst>
            <pc:docMk/>
            <pc:sldMk cId="3873360069" sldId="2147479297"/>
            <ac:spMk id="2023" creationId="{00000000-0000-0000-0000-000000000000}"/>
          </ac:spMkLst>
        </pc:spChg>
        <pc:spChg chg="mod">
          <ac:chgData name="Boerger, Andrew" userId="0c0bc9a9-2163-4dfe-8380-dffe9bae854a" providerId="ADAL" clId="{517DB387-D46D-4360-A89D-0AB2A58C50C0}" dt="2026-05-14T19:12:02.110" v="1648" actId="14100"/>
          <ac:spMkLst>
            <pc:docMk/>
            <pc:sldMk cId="3873360069" sldId="2147479297"/>
            <ac:spMk id="3000" creationId="{00000000-0000-0000-0000-000000000000}"/>
          </ac:spMkLst>
        </pc:spChg>
        <pc:spChg chg="mod">
          <ac:chgData name="Boerger, Andrew" userId="0c0bc9a9-2163-4dfe-8380-dffe9bae854a" providerId="ADAL" clId="{517DB387-D46D-4360-A89D-0AB2A58C50C0}" dt="2026-06-11T02:40:55.028" v="2483" actId="20577"/>
          <ac:spMkLst>
            <pc:docMk/>
            <pc:sldMk cId="3873360069" sldId="2147479297"/>
            <ac:spMk id="3001" creationId="{00000000-0000-0000-0000-000000000000}"/>
          </ac:spMkLst>
        </pc:spChg>
        <pc:spChg chg="mod">
          <ac:chgData name="Boerger, Andrew" userId="0c0bc9a9-2163-4dfe-8380-dffe9bae854a" providerId="ADAL" clId="{517DB387-D46D-4360-A89D-0AB2A58C50C0}" dt="2026-06-11T02:40:51.227" v="2482" actId="20577"/>
          <ac:spMkLst>
            <pc:docMk/>
            <pc:sldMk cId="3873360069" sldId="2147479297"/>
            <ac:spMk id="3002" creationId="{00000000-0000-0000-0000-000000000000}"/>
          </ac:spMkLst>
        </pc:spChg>
        <pc:picChg chg="add mod">
          <ac:chgData name="Boerger, Andrew" userId="0c0bc9a9-2163-4dfe-8380-dffe9bae854a" providerId="ADAL" clId="{517DB387-D46D-4360-A89D-0AB2A58C50C0}" dt="2026-05-14T19:14:57.455" v="1716" actId="1076"/>
          <ac:picMkLst>
            <pc:docMk/>
            <pc:sldMk cId="3873360069" sldId="2147479297"/>
            <ac:picMk id="3" creationId="{A8D637DE-CA07-CEFD-2DB0-7AA79B153C12}"/>
          </ac:picMkLst>
        </pc:picChg>
      </pc:sldChg>
      <pc:sldChg chg="modSp add mod">
        <pc:chgData name="Boerger, Andrew" userId="0c0bc9a9-2163-4dfe-8380-dffe9bae854a" providerId="ADAL" clId="{517DB387-D46D-4360-A89D-0AB2A58C50C0}" dt="2026-05-14T20:01:14.338" v="1964" actId="20577"/>
        <pc:sldMkLst>
          <pc:docMk/>
          <pc:sldMk cId="3578503524" sldId="2147479299"/>
        </pc:sldMkLst>
        <pc:spChg chg="mod">
          <ac:chgData name="Boerger, Andrew" userId="0c0bc9a9-2163-4dfe-8380-dffe9bae854a" providerId="ADAL" clId="{517DB387-D46D-4360-A89D-0AB2A58C50C0}" dt="2026-05-14T20:00:16.923" v="1822" actId="20577"/>
          <ac:spMkLst>
            <pc:docMk/>
            <pc:sldMk cId="3578503524" sldId="2147479299"/>
            <ac:spMk id="2" creationId="{C95D5FF6-FAA3-8278-4328-ECC6FBBEB361}"/>
          </ac:spMkLst>
        </pc:spChg>
        <pc:spChg chg="mod">
          <ac:chgData name="Boerger, Andrew" userId="0c0bc9a9-2163-4dfe-8380-dffe9bae854a" providerId="ADAL" clId="{517DB387-D46D-4360-A89D-0AB2A58C50C0}" dt="2026-05-14T20:00:22.581" v="1823" actId="20577"/>
          <ac:spMkLst>
            <pc:docMk/>
            <pc:sldMk cId="3578503524" sldId="2147479299"/>
            <ac:spMk id="1000" creationId="{00000000-0000-0000-0000-000000000000}"/>
          </ac:spMkLst>
        </pc:spChg>
        <pc:spChg chg="mod">
          <ac:chgData name="Boerger, Andrew" userId="0c0bc9a9-2163-4dfe-8380-dffe9bae854a" providerId="ADAL" clId="{517DB387-D46D-4360-A89D-0AB2A58C50C0}" dt="2026-05-14T20:01:14.338" v="1964" actId="20577"/>
          <ac:spMkLst>
            <pc:docMk/>
            <pc:sldMk cId="3578503524" sldId="2147479299"/>
            <ac:spMk id="3002" creationId="{00000000-0000-0000-0000-000000000000}"/>
          </ac:spMkLst>
        </pc:spChg>
      </pc:sldChg>
      <pc:sldChg chg="addSp delSp modSp add mod">
        <pc:chgData name="Boerger, Andrew" userId="0c0bc9a9-2163-4dfe-8380-dffe9bae854a" providerId="ADAL" clId="{517DB387-D46D-4360-A89D-0AB2A58C50C0}" dt="2026-06-10T13:06:59.493" v="2077"/>
        <pc:sldMkLst>
          <pc:docMk/>
          <pc:sldMk cId="2774871190" sldId="2147479300"/>
        </pc:sldMkLst>
        <pc:spChg chg="del">
          <ac:chgData name="Boerger, Andrew" userId="0c0bc9a9-2163-4dfe-8380-dffe9bae854a" providerId="ADAL" clId="{517DB387-D46D-4360-A89D-0AB2A58C50C0}" dt="2026-06-10T13:06:52.977" v="2074" actId="478"/>
          <ac:spMkLst>
            <pc:docMk/>
            <pc:sldMk cId="2774871190" sldId="2147479300"/>
            <ac:spMk id="7" creationId="{0B08E3E6-9248-83B8-6B37-D33F44AC7412}"/>
          </ac:spMkLst>
        </pc:spChg>
        <pc:spChg chg="del">
          <ac:chgData name="Boerger, Andrew" userId="0c0bc9a9-2163-4dfe-8380-dffe9bae854a" providerId="ADAL" clId="{517DB387-D46D-4360-A89D-0AB2A58C50C0}" dt="2026-06-10T13:06:57.296" v="2076" actId="478"/>
          <ac:spMkLst>
            <pc:docMk/>
            <pc:sldMk cId="2774871190" sldId="2147479300"/>
            <ac:spMk id="10" creationId="{30CCC5A3-6DF1-4E3A-B09B-CF65FB0E482C}"/>
          </ac:spMkLst>
        </pc:spChg>
        <pc:spChg chg="del">
          <ac:chgData name="Boerger, Andrew" userId="0c0bc9a9-2163-4dfe-8380-dffe9bae854a" providerId="ADAL" clId="{517DB387-D46D-4360-A89D-0AB2A58C50C0}" dt="2026-06-10T13:06:54.889" v="2075" actId="478"/>
          <ac:spMkLst>
            <pc:docMk/>
            <pc:sldMk cId="2774871190" sldId="2147479300"/>
            <ac:spMk id="11" creationId="{12AD044F-8824-F905-E69E-75EB6C9F4C67}"/>
          </ac:spMkLst>
        </pc:spChg>
        <pc:spChg chg="del">
          <ac:chgData name="Boerger, Andrew" userId="0c0bc9a9-2163-4dfe-8380-dffe9bae854a" providerId="ADAL" clId="{517DB387-D46D-4360-A89D-0AB2A58C50C0}" dt="2026-06-10T13:06:54.889" v="2075" actId="478"/>
          <ac:spMkLst>
            <pc:docMk/>
            <pc:sldMk cId="2774871190" sldId="2147479300"/>
            <ac:spMk id="26" creationId="{C5EF1881-3F74-801B-2F99-5840CD8CDABF}"/>
          </ac:spMkLst>
        </pc:spChg>
        <pc:spChg chg="mod">
          <ac:chgData name="Boerger, Andrew" userId="0c0bc9a9-2163-4dfe-8380-dffe9bae854a" providerId="ADAL" clId="{517DB387-D46D-4360-A89D-0AB2A58C50C0}" dt="2026-06-10T13:06:50.237" v="2072" actId="20577"/>
          <ac:spMkLst>
            <pc:docMk/>
            <pc:sldMk cId="2774871190" sldId="2147479300"/>
            <ac:spMk id="27" creationId="{5F59E47C-12A9-1604-469F-C4B639D63E12}"/>
          </ac:spMkLst>
        </pc:spChg>
        <pc:picChg chg="add mod">
          <ac:chgData name="Boerger, Andrew" userId="0c0bc9a9-2163-4dfe-8380-dffe9bae854a" providerId="ADAL" clId="{517DB387-D46D-4360-A89D-0AB2A58C50C0}" dt="2026-06-10T13:06:59.493" v="2077"/>
          <ac:picMkLst>
            <pc:docMk/>
            <pc:sldMk cId="2774871190" sldId="2147479300"/>
            <ac:picMk id="8" creationId="{34FA8014-0FAB-A07E-D9B5-9D01517CAA2B}"/>
          </ac:picMkLst>
        </pc:picChg>
        <pc:picChg chg="del">
          <ac:chgData name="Boerger, Andrew" userId="0c0bc9a9-2163-4dfe-8380-dffe9bae854a" providerId="ADAL" clId="{517DB387-D46D-4360-A89D-0AB2A58C50C0}" dt="2026-06-10T13:06:52.028" v="2073" actId="478"/>
          <ac:picMkLst>
            <pc:docMk/>
            <pc:sldMk cId="2774871190" sldId="2147479300"/>
            <ac:picMk id="9" creationId="{E233A16D-89A3-D936-F6A3-751EFA2EEE59}"/>
          </ac:picMkLst>
        </pc:picChg>
        <pc:cxnChg chg="del">
          <ac:chgData name="Boerger, Andrew" userId="0c0bc9a9-2163-4dfe-8380-dffe9bae854a" providerId="ADAL" clId="{517DB387-D46D-4360-A89D-0AB2A58C50C0}" dt="2026-06-10T13:06:54.889" v="2075" actId="478"/>
          <ac:cxnSpMkLst>
            <pc:docMk/>
            <pc:sldMk cId="2774871190" sldId="2147479300"/>
            <ac:cxnSpMk id="12" creationId="{3364C5E6-C33A-4E9A-F15A-E5C1C519D368}"/>
          </ac:cxnSpMkLst>
        </pc:cxnChg>
        <pc:cxnChg chg="del">
          <ac:chgData name="Boerger, Andrew" userId="0c0bc9a9-2163-4dfe-8380-dffe9bae854a" providerId="ADAL" clId="{517DB387-D46D-4360-A89D-0AB2A58C50C0}" dt="2026-06-10T13:06:54.889" v="2075" actId="478"/>
          <ac:cxnSpMkLst>
            <pc:docMk/>
            <pc:sldMk cId="2774871190" sldId="2147479300"/>
            <ac:cxnSpMk id="25" creationId="{DE8BBB53-2D7B-611D-26B0-944ED5B5F9A4}"/>
          </ac:cxnSpMkLst>
        </pc:cxnChg>
      </pc:sldChg>
      <pc:sldChg chg="addSp delSp modSp add mod ord">
        <pc:chgData name="Boerger, Andrew" userId="0c0bc9a9-2163-4dfe-8380-dffe9bae854a" providerId="ADAL" clId="{517DB387-D46D-4360-A89D-0AB2A58C50C0}" dt="2026-06-11T02:56:01.855" v="3606" actId="20577"/>
        <pc:sldMkLst>
          <pc:docMk/>
          <pc:sldMk cId="3546225127" sldId="2147479301"/>
        </pc:sldMkLst>
        <pc:spChg chg="add mod">
          <ac:chgData name="Boerger, Andrew" userId="0c0bc9a9-2163-4dfe-8380-dffe9bae854a" providerId="ADAL" clId="{517DB387-D46D-4360-A89D-0AB2A58C50C0}" dt="2026-06-11T02:56:01.855" v="3606" actId="20577"/>
          <ac:spMkLst>
            <pc:docMk/>
            <pc:sldMk cId="3546225127" sldId="2147479301"/>
            <ac:spMk id="6" creationId="{B466E4F8-354F-3E14-6A32-7C344CF2D106}"/>
          </ac:spMkLst>
        </pc:spChg>
        <pc:spChg chg="del">
          <ac:chgData name="Boerger, Andrew" userId="0c0bc9a9-2163-4dfe-8380-dffe9bae854a" providerId="ADAL" clId="{517DB387-D46D-4360-A89D-0AB2A58C50C0}" dt="2026-06-10T13:09:19.477" v="2083" actId="478"/>
          <ac:spMkLst>
            <pc:docMk/>
            <pc:sldMk cId="3546225127" sldId="2147479301"/>
            <ac:spMk id="9" creationId="{8417DA87-8C94-7D88-6C71-F940B7A2AE63}"/>
          </ac:spMkLst>
        </pc:spChg>
        <pc:picChg chg="add mod">
          <ac:chgData name="Boerger, Andrew" userId="0c0bc9a9-2163-4dfe-8380-dffe9bae854a" providerId="ADAL" clId="{517DB387-D46D-4360-A89D-0AB2A58C50C0}" dt="2026-06-11T02:55:36.096" v="3570" actId="1076"/>
          <ac:picMkLst>
            <pc:docMk/>
            <pc:sldMk cId="3546225127" sldId="2147479301"/>
            <ac:picMk id="2" creationId="{11CC2C88-518D-DA30-1363-F616951E0CD2}"/>
          </ac:picMkLst>
        </pc:picChg>
        <pc:picChg chg="add del mod">
          <ac:chgData name="Boerger, Andrew" userId="0c0bc9a9-2163-4dfe-8380-dffe9bae854a" providerId="ADAL" clId="{517DB387-D46D-4360-A89D-0AB2A58C50C0}" dt="2026-06-11T02:55:04.078" v="3565" actId="478"/>
          <ac:picMkLst>
            <pc:docMk/>
            <pc:sldMk cId="3546225127" sldId="2147479301"/>
            <ac:picMk id="3" creationId="{FA611A9B-E4EC-7C22-4C5B-B1305B4BCD99}"/>
          </ac:picMkLst>
        </pc:picChg>
        <pc:picChg chg="add del mod">
          <ac:chgData name="Boerger, Andrew" userId="0c0bc9a9-2163-4dfe-8380-dffe9bae854a" providerId="ADAL" clId="{517DB387-D46D-4360-A89D-0AB2A58C50C0}" dt="2026-06-11T02:55:02.014" v="3564" actId="478"/>
          <ac:picMkLst>
            <pc:docMk/>
            <pc:sldMk cId="3546225127" sldId="2147479301"/>
            <ac:picMk id="5" creationId="{3CDCD3EE-F03F-33C3-4CE5-43B5D7E3F84E}"/>
          </ac:picMkLst>
        </pc:picChg>
      </pc:sldChg>
      <pc:sldChg chg="addSp delSp modSp add mod ord">
        <pc:chgData name="Boerger, Andrew" userId="0c0bc9a9-2163-4dfe-8380-dffe9bae854a" providerId="ADAL" clId="{517DB387-D46D-4360-A89D-0AB2A58C50C0}" dt="2026-06-10T15:01:14.123" v="2444"/>
        <pc:sldMkLst>
          <pc:docMk/>
          <pc:sldMk cId="3162238563" sldId="2147479302"/>
        </pc:sldMkLst>
        <pc:picChg chg="del">
          <ac:chgData name="Boerger, Andrew" userId="0c0bc9a9-2163-4dfe-8380-dffe9bae854a" providerId="ADAL" clId="{517DB387-D46D-4360-A89D-0AB2A58C50C0}" dt="2026-06-10T14:55:11.358" v="2429" actId="478"/>
          <ac:picMkLst>
            <pc:docMk/>
            <pc:sldMk cId="3162238563" sldId="2147479302"/>
            <ac:picMk id="3" creationId="{F43A06CF-B609-B8FB-AB76-F49345DEF2D8}"/>
          </ac:picMkLst>
        </pc:picChg>
        <pc:picChg chg="add mod">
          <ac:chgData name="Boerger, Andrew" userId="0c0bc9a9-2163-4dfe-8380-dffe9bae854a" providerId="ADAL" clId="{517DB387-D46D-4360-A89D-0AB2A58C50C0}" dt="2026-06-10T14:55:50.189" v="2440" actId="208"/>
          <ac:picMkLst>
            <pc:docMk/>
            <pc:sldMk cId="3162238563" sldId="2147479302"/>
            <ac:picMk id="4" creationId="{91BD2F12-2ECC-6B33-549A-4F0E4FA8B528}"/>
          </ac:picMkLst>
        </pc:picChg>
        <pc:picChg chg="del">
          <ac:chgData name="Boerger, Andrew" userId="0c0bc9a9-2163-4dfe-8380-dffe9bae854a" providerId="ADAL" clId="{517DB387-D46D-4360-A89D-0AB2A58C50C0}" dt="2026-06-10T14:55:10.082" v="2428" actId="478"/>
          <ac:picMkLst>
            <pc:docMk/>
            <pc:sldMk cId="3162238563" sldId="2147479302"/>
            <ac:picMk id="5" creationId="{6797B0A7-41BA-D579-2CBE-B6E0963AB2CA}"/>
          </ac:picMkLst>
        </pc:picChg>
      </pc:sldChg>
      <pc:sldChg chg="delSp add del mod setBg">
        <pc:chgData name="Boerger, Andrew" userId="0c0bc9a9-2163-4dfe-8380-dffe9bae854a" providerId="ADAL" clId="{517DB387-D46D-4360-A89D-0AB2A58C50C0}" dt="2026-06-10T14:55:07.154" v="2426" actId="47"/>
        <pc:sldMkLst>
          <pc:docMk/>
          <pc:sldMk cId="3890158061" sldId="2147479302"/>
        </pc:sldMkLst>
        <pc:picChg chg="del">
          <ac:chgData name="Boerger, Andrew" userId="0c0bc9a9-2163-4dfe-8380-dffe9bae854a" providerId="ADAL" clId="{517DB387-D46D-4360-A89D-0AB2A58C50C0}" dt="2026-06-10T14:54:31.152" v="2425" actId="478"/>
          <ac:picMkLst>
            <pc:docMk/>
            <pc:sldMk cId="3890158061" sldId="2147479302"/>
            <ac:picMk id="5" creationId="{FB481BA1-A587-3939-C078-53ABB75B0F84}"/>
          </ac:picMkLst>
        </pc:picChg>
      </pc:sldChg>
      <pc:sldChg chg="addSp delSp modSp add mod">
        <pc:chgData name="Boerger, Andrew" userId="0c0bc9a9-2163-4dfe-8380-dffe9bae854a" providerId="ADAL" clId="{517DB387-D46D-4360-A89D-0AB2A58C50C0}" dt="2026-06-10T15:05:24.415" v="2450" actId="208"/>
        <pc:sldMkLst>
          <pc:docMk/>
          <pc:sldMk cId="2061051792" sldId="2147479303"/>
        </pc:sldMkLst>
        <pc:picChg chg="add mod">
          <ac:chgData name="Boerger, Andrew" userId="0c0bc9a9-2163-4dfe-8380-dffe9bae854a" providerId="ADAL" clId="{517DB387-D46D-4360-A89D-0AB2A58C50C0}" dt="2026-06-10T15:05:24.415" v="2450" actId="208"/>
          <ac:picMkLst>
            <pc:docMk/>
            <pc:sldMk cId="2061051792" sldId="2147479303"/>
            <ac:picMk id="3" creationId="{408F5789-5DBD-8C3B-3CA7-F61C5F0BEEFC}"/>
          </ac:picMkLst>
        </pc:picChg>
        <pc:picChg chg="del">
          <ac:chgData name="Boerger, Andrew" userId="0c0bc9a9-2163-4dfe-8380-dffe9bae854a" providerId="ADAL" clId="{517DB387-D46D-4360-A89D-0AB2A58C50C0}" dt="2026-06-10T15:05:18.333" v="2448" actId="478"/>
          <ac:picMkLst>
            <pc:docMk/>
            <pc:sldMk cId="2061051792" sldId="2147479303"/>
            <ac:picMk id="4" creationId="{BA7018D3-AE24-1178-A1E1-6264534CF02F}"/>
          </ac:picMkLst>
        </pc:picChg>
      </pc:sldChg>
      <pc:sldChg chg="add">
        <pc:chgData name="Boerger, Andrew" userId="0c0bc9a9-2163-4dfe-8380-dffe9bae854a" providerId="ADAL" clId="{517DB387-D46D-4360-A89D-0AB2A58C50C0}" dt="2026-06-11T02:54:59.740" v="3563" actId="2890"/>
        <pc:sldMkLst>
          <pc:docMk/>
          <pc:sldMk cId="742223389" sldId="2147479304"/>
        </pc:sldMkLst>
      </pc:sldChg>
      <pc:sldChg chg="addSp delSp modSp add mod">
        <pc:chgData name="Boerger, Andrew" userId="0c0bc9a9-2163-4dfe-8380-dffe9bae854a" providerId="ADAL" clId="{517DB387-D46D-4360-A89D-0AB2A58C50C0}" dt="2026-06-11T14:40:30.832" v="4096" actId="1076"/>
        <pc:sldMkLst>
          <pc:docMk/>
          <pc:sldMk cId="2720221823" sldId="2147479305"/>
        </pc:sldMkLst>
        <pc:spChg chg="add mod">
          <ac:chgData name="Boerger, Andrew" userId="0c0bc9a9-2163-4dfe-8380-dffe9bae854a" providerId="ADAL" clId="{517DB387-D46D-4360-A89D-0AB2A58C50C0}" dt="2026-06-11T02:58:42.506" v="3628" actId="1076"/>
          <ac:spMkLst>
            <pc:docMk/>
            <pc:sldMk cId="2720221823" sldId="2147479305"/>
            <ac:spMk id="3" creationId="{575BCF42-19D0-6130-F3F3-76D4D8FC651A}"/>
          </ac:spMkLst>
        </pc:spChg>
        <pc:spChg chg="add mod">
          <ac:chgData name="Boerger, Andrew" userId="0c0bc9a9-2163-4dfe-8380-dffe9bae854a" providerId="ADAL" clId="{517DB387-D46D-4360-A89D-0AB2A58C50C0}" dt="2026-06-11T02:59:47.282" v="3653" actId="207"/>
          <ac:spMkLst>
            <pc:docMk/>
            <pc:sldMk cId="2720221823" sldId="2147479305"/>
            <ac:spMk id="6" creationId="{52D9D1F1-DBA4-8B29-F75C-3ADDDF95EFD1}"/>
          </ac:spMkLst>
        </pc:spChg>
        <pc:spChg chg="add mod">
          <ac:chgData name="Boerger, Andrew" userId="0c0bc9a9-2163-4dfe-8380-dffe9bae854a" providerId="ADAL" clId="{517DB387-D46D-4360-A89D-0AB2A58C50C0}" dt="2026-06-11T14:40:23.131" v="4095" actId="14100"/>
          <ac:spMkLst>
            <pc:docMk/>
            <pc:sldMk cId="2720221823" sldId="2147479305"/>
            <ac:spMk id="7" creationId="{7420B155-AE84-5254-1041-58878B10B741}"/>
          </ac:spMkLst>
        </pc:spChg>
        <pc:spChg chg="del">
          <ac:chgData name="Boerger, Andrew" userId="0c0bc9a9-2163-4dfe-8380-dffe9bae854a" providerId="ADAL" clId="{517DB387-D46D-4360-A89D-0AB2A58C50C0}" dt="2026-06-11T02:57:58.313" v="3608" actId="478"/>
          <ac:spMkLst>
            <pc:docMk/>
            <pc:sldMk cId="2720221823" sldId="2147479305"/>
            <ac:spMk id="9" creationId="{847466C4-FB16-36A2-FE29-08FE5F7DC180}"/>
          </ac:spMkLst>
        </pc:spChg>
        <pc:picChg chg="add mod">
          <ac:chgData name="Boerger, Andrew" userId="0c0bc9a9-2163-4dfe-8380-dffe9bae854a" providerId="ADAL" clId="{517DB387-D46D-4360-A89D-0AB2A58C50C0}" dt="2026-06-11T14:40:30.832" v="4096" actId="1076"/>
          <ac:picMkLst>
            <pc:docMk/>
            <pc:sldMk cId="2720221823" sldId="2147479305"/>
            <ac:picMk id="4" creationId="{2DFBB087-0819-CD6C-E71C-082638DC8321}"/>
          </ac:picMkLst>
        </pc:picChg>
      </pc:sldChg>
      <pc:sldChg chg="addSp delSp modSp add mod">
        <pc:chgData name="Boerger, Andrew" userId="0c0bc9a9-2163-4dfe-8380-dffe9bae854a" providerId="ADAL" clId="{517DB387-D46D-4360-A89D-0AB2A58C50C0}" dt="2026-06-11T14:30:58.432" v="3957" actId="1076"/>
        <pc:sldMkLst>
          <pc:docMk/>
          <pc:sldMk cId="103441855" sldId="2147479306"/>
        </pc:sldMkLst>
        <pc:spChg chg="del mod">
          <ac:chgData name="Boerger, Andrew" userId="0c0bc9a9-2163-4dfe-8380-dffe9bae854a" providerId="ADAL" clId="{517DB387-D46D-4360-A89D-0AB2A58C50C0}" dt="2026-06-11T03:12:36.393" v="3729" actId="478"/>
          <ac:spMkLst>
            <pc:docMk/>
            <pc:sldMk cId="103441855" sldId="2147479306"/>
            <ac:spMk id="2" creationId="{916E17C6-0E66-859E-B373-BCA31E73808F}"/>
          </ac:spMkLst>
        </pc:spChg>
        <pc:spChg chg="add mod">
          <ac:chgData name="Boerger, Andrew" userId="0c0bc9a9-2163-4dfe-8380-dffe9bae854a" providerId="ADAL" clId="{517DB387-D46D-4360-A89D-0AB2A58C50C0}" dt="2026-06-11T03:13:52.574" v="3787" actId="20577"/>
          <ac:spMkLst>
            <pc:docMk/>
            <pc:sldMk cId="103441855" sldId="2147479306"/>
            <ac:spMk id="4" creationId="{D8F91ADF-91E0-DB50-326A-4C00DD2AC23F}"/>
          </ac:spMkLst>
        </pc:spChg>
        <pc:spChg chg="add mod">
          <ac:chgData name="Boerger, Andrew" userId="0c0bc9a9-2163-4dfe-8380-dffe9bae854a" providerId="ADAL" clId="{517DB387-D46D-4360-A89D-0AB2A58C50C0}" dt="2026-06-11T14:29:32.643" v="3956" actId="1036"/>
          <ac:spMkLst>
            <pc:docMk/>
            <pc:sldMk cId="103441855" sldId="2147479306"/>
            <ac:spMk id="6" creationId="{3B62D0C8-3C02-C9B3-D8FC-6EF33F83AFAF}"/>
          </ac:spMkLst>
        </pc:spChg>
        <pc:spChg chg="add mod">
          <ac:chgData name="Boerger, Andrew" userId="0c0bc9a9-2163-4dfe-8380-dffe9bae854a" providerId="ADAL" clId="{517DB387-D46D-4360-A89D-0AB2A58C50C0}" dt="2026-06-11T14:30:58.432" v="3957" actId="1076"/>
          <ac:spMkLst>
            <pc:docMk/>
            <pc:sldMk cId="103441855" sldId="2147479306"/>
            <ac:spMk id="8" creationId="{389A5904-02AA-D6D3-A1EB-5F84BED2A883}"/>
          </ac:spMkLst>
        </pc:spChg>
        <pc:spChg chg="add mod">
          <ac:chgData name="Boerger, Andrew" userId="0c0bc9a9-2163-4dfe-8380-dffe9bae854a" providerId="ADAL" clId="{517DB387-D46D-4360-A89D-0AB2A58C50C0}" dt="2026-06-11T14:29:26.833" v="3932" actId="14100"/>
          <ac:spMkLst>
            <pc:docMk/>
            <pc:sldMk cId="103441855" sldId="2147479306"/>
            <ac:spMk id="10" creationId="{BBA34AFA-9FA9-BD50-CE7F-872F55A2FF47}"/>
          </ac:spMkLst>
        </pc:spChg>
        <pc:spChg chg="mod">
          <ac:chgData name="Boerger, Andrew" userId="0c0bc9a9-2163-4dfe-8380-dffe9bae854a" providerId="ADAL" clId="{517DB387-D46D-4360-A89D-0AB2A58C50C0}" dt="2026-06-11T03:13:57.423" v="3788" actId="1076"/>
          <ac:spMkLst>
            <pc:docMk/>
            <pc:sldMk cId="103441855" sldId="2147479306"/>
            <ac:spMk id="1000" creationId="{F90AAFDB-E663-830A-7F41-717630C6D564}"/>
          </ac:spMkLst>
        </pc:spChg>
        <pc:spChg chg="del">
          <ac:chgData name="Boerger, Andrew" userId="0c0bc9a9-2163-4dfe-8380-dffe9bae854a" providerId="ADAL" clId="{517DB387-D46D-4360-A89D-0AB2A58C50C0}" dt="2026-06-11T03:12:28.921" v="3726" actId="478"/>
          <ac:spMkLst>
            <pc:docMk/>
            <pc:sldMk cId="103441855" sldId="2147479306"/>
            <ac:spMk id="1100" creationId="{6940BF7D-2182-8435-7D86-D8CFB34E4432}"/>
          </ac:spMkLst>
        </pc:spChg>
        <pc:spChg chg="del">
          <ac:chgData name="Boerger, Andrew" userId="0c0bc9a9-2163-4dfe-8380-dffe9bae854a" providerId="ADAL" clId="{517DB387-D46D-4360-A89D-0AB2A58C50C0}" dt="2026-06-11T03:12:32.267" v="3728" actId="478"/>
          <ac:spMkLst>
            <pc:docMk/>
            <pc:sldMk cId="103441855" sldId="2147479306"/>
            <ac:spMk id="1101" creationId="{855BC01F-097F-B29D-397A-1F5FA77E4006}"/>
          </ac:spMkLst>
        </pc:spChg>
        <pc:spChg chg="del mod">
          <ac:chgData name="Boerger, Andrew" userId="0c0bc9a9-2163-4dfe-8380-dffe9bae854a" providerId="ADAL" clId="{517DB387-D46D-4360-A89D-0AB2A58C50C0}" dt="2026-06-11T03:12:32.267" v="3728" actId="478"/>
          <ac:spMkLst>
            <pc:docMk/>
            <pc:sldMk cId="103441855" sldId="2147479306"/>
            <ac:spMk id="1102" creationId="{BE74DF7A-FA61-0EC2-20B0-272B0033C74C}"/>
          </ac:spMkLst>
        </pc:spChg>
        <pc:spChg chg="del">
          <ac:chgData name="Boerger, Andrew" userId="0c0bc9a9-2163-4dfe-8380-dffe9bae854a" providerId="ADAL" clId="{517DB387-D46D-4360-A89D-0AB2A58C50C0}" dt="2026-06-11T03:12:29.698" v="3727" actId="478"/>
          <ac:spMkLst>
            <pc:docMk/>
            <pc:sldMk cId="103441855" sldId="2147479306"/>
            <ac:spMk id="1110" creationId="{0223AC00-5798-8E9D-40CA-D0B2EB86E526}"/>
          </ac:spMkLst>
        </pc:spChg>
        <pc:spChg chg="del">
          <ac:chgData name="Boerger, Andrew" userId="0c0bc9a9-2163-4dfe-8380-dffe9bae854a" providerId="ADAL" clId="{517DB387-D46D-4360-A89D-0AB2A58C50C0}" dt="2026-06-11T03:12:32.267" v="3728" actId="478"/>
          <ac:spMkLst>
            <pc:docMk/>
            <pc:sldMk cId="103441855" sldId="2147479306"/>
            <ac:spMk id="1111" creationId="{7F6E2D3A-0872-FAAB-E3A6-FB7F03D08735}"/>
          </ac:spMkLst>
        </pc:spChg>
        <pc:spChg chg="del mod">
          <ac:chgData name="Boerger, Andrew" userId="0c0bc9a9-2163-4dfe-8380-dffe9bae854a" providerId="ADAL" clId="{517DB387-D46D-4360-A89D-0AB2A58C50C0}" dt="2026-06-11T03:12:32.267" v="3728" actId="478"/>
          <ac:spMkLst>
            <pc:docMk/>
            <pc:sldMk cId="103441855" sldId="2147479306"/>
            <ac:spMk id="1112" creationId="{680EDFBC-C379-C5CD-8732-BDEAB77CAA89}"/>
          </ac:spMkLst>
        </pc:spChg>
        <pc:spChg chg="del">
          <ac:chgData name="Boerger, Andrew" userId="0c0bc9a9-2163-4dfe-8380-dffe9bae854a" providerId="ADAL" clId="{517DB387-D46D-4360-A89D-0AB2A58C50C0}" dt="2026-06-11T03:12:32.267" v="3728" actId="478"/>
          <ac:spMkLst>
            <pc:docMk/>
            <pc:sldMk cId="103441855" sldId="2147479306"/>
            <ac:spMk id="1113" creationId="{8E302CF2-075E-AEA6-ECA1-68A48B456C5E}"/>
          </ac:spMkLst>
        </pc:spChg>
        <pc:spChg chg="del">
          <ac:chgData name="Boerger, Andrew" userId="0c0bc9a9-2163-4dfe-8380-dffe9bae854a" providerId="ADAL" clId="{517DB387-D46D-4360-A89D-0AB2A58C50C0}" dt="2026-06-11T03:12:32.267" v="3728" actId="478"/>
          <ac:spMkLst>
            <pc:docMk/>
            <pc:sldMk cId="103441855" sldId="2147479306"/>
            <ac:spMk id="1120" creationId="{109035A2-BBF9-650C-389D-1E66B14A3748}"/>
          </ac:spMkLst>
        </pc:spChg>
        <pc:spChg chg="del">
          <ac:chgData name="Boerger, Andrew" userId="0c0bc9a9-2163-4dfe-8380-dffe9bae854a" providerId="ADAL" clId="{517DB387-D46D-4360-A89D-0AB2A58C50C0}" dt="2026-06-11T03:12:32.267" v="3728" actId="478"/>
          <ac:spMkLst>
            <pc:docMk/>
            <pc:sldMk cId="103441855" sldId="2147479306"/>
            <ac:spMk id="1122" creationId="{9BA88CC0-FAD1-A9E2-8CA8-450CC5B09D7E}"/>
          </ac:spMkLst>
        </pc:spChg>
        <pc:spChg chg="del">
          <ac:chgData name="Boerger, Andrew" userId="0c0bc9a9-2163-4dfe-8380-dffe9bae854a" providerId="ADAL" clId="{517DB387-D46D-4360-A89D-0AB2A58C50C0}" dt="2026-06-11T03:12:32.267" v="3728" actId="478"/>
          <ac:spMkLst>
            <pc:docMk/>
            <pc:sldMk cId="103441855" sldId="2147479306"/>
            <ac:spMk id="1130" creationId="{F27C0B2F-F6A0-3EE2-AC64-9C3ADD91389E}"/>
          </ac:spMkLst>
        </pc:spChg>
        <pc:spChg chg="del">
          <ac:chgData name="Boerger, Andrew" userId="0c0bc9a9-2163-4dfe-8380-dffe9bae854a" providerId="ADAL" clId="{517DB387-D46D-4360-A89D-0AB2A58C50C0}" dt="2026-06-11T03:12:32.267" v="3728" actId="478"/>
          <ac:spMkLst>
            <pc:docMk/>
            <pc:sldMk cId="103441855" sldId="2147479306"/>
            <ac:spMk id="1131" creationId="{BDB7A2AF-9EE1-976B-B4B3-C53BF68023EC}"/>
          </ac:spMkLst>
        </pc:spChg>
        <pc:spChg chg="del">
          <ac:chgData name="Boerger, Andrew" userId="0c0bc9a9-2163-4dfe-8380-dffe9bae854a" providerId="ADAL" clId="{517DB387-D46D-4360-A89D-0AB2A58C50C0}" dt="2026-06-11T03:12:32.267" v="3728" actId="478"/>
          <ac:spMkLst>
            <pc:docMk/>
            <pc:sldMk cId="103441855" sldId="2147479306"/>
            <ac:spMk id="3002" creationId="{FC36DC7A-D18A-E439-CB30-A80381978725}"/>
          </ac:spMkLst>
        </pc:spChg>
      </pc:sldChg>
      <pc:sldChg chg="addSp delSp modSp add mod">
        <pc:chgData name="Boerger, Andrew" userId="0c0bc9a9-2163-4dfe-8380-dffe9bae854a" providerId="ADAL" clId="{517DB387-D46D-4360-A89D-0AB2A58C50C0}" dt="2026-06-11T03:22:53.484" v="3877" actId="20577"/>
        <pc:sldMkLst>
          <pc:docMk/>
          <pc:sldMk cId="1712123204" sldId="2147479307"/>
        </pc:sldMkLst>
        <pc:spChg chg="add mod">
          <ac:chgData name="Boerger, Andrew" userId="0c0bc9a9-2163-4dfe-8380-dffe9bae854a" providerId="ADAL" clId="{517DB387-D46D-4360-A89D-0AB2A58C50C0}" dt="2026-06-11T03:22:53.484" v="3877" actId="20577"/>
          <ac:spMkLst>
            <pc:docMk/>
            <pc:sldMk cId="1712123204" sldId="2147479307"/>
            <ac:spMk id="8" creationId="{0D1B200A-F06C-2BE7-D3C3-F05AFEE00102}"/>
          </ac:spMkLst>
        </pc:spChg>
        <pc:picChg chg="del">
          <ac:chgData name="Boerger, Andrew" userId="0c0bc9a9-2163-4dfe-8380-dffe9bae854a" providerId="ADAL" clId="{517DB387-D46D-4360-A89D-0AB2A58C50C0}" dt="2026-06-11T03:22:04.057" v="3834" actId="478"/>
          <ac:picMkLst>
            <pc:docMk/>
            <pc:sldMk cId="1712123204" sldId="2147479307"/>
            <ac:picMk id="3" creationId="{277C3AC8-D098-6C30-930C-D9F7670B74DF}"/>
          </ac:picMkLst>
        </pc:picChg>
        <pc:picChg chg="add mod">
          <ac:chgData name="Boerger, Andrew" userId="0c0bc9a9-2163-4dfe-8380-dffe9bae854a" providerId="ADAL" clId="{517DB387-D46D-4360-A89D-0AB2A58C50C0}" dt="2026-06-11T03:22:13.248" v="3840" actId="1076"/>
          <ac:picMkLst>
            <pc:docMk/>
            <pc:sldMk cId="1712123204" sldId="2147479307"/>
            <ac:picMk id="4" creationId="{74581BF0-A515-9AA4-F5C6-624B6CB49D12}"/>
          </ac:picMkLst>
        </pc:picChg>
        <pc:picChg chg="add mod">
          <ac:chgData name="Boerger, Andrew" userId="0c0bc9a9-2163-4dfe-8380-dffe9bae854a" providerId="ADAL" clId="{517DB387-D46D-4360-A89D-0AB2A58C50C0}" dt="2026-06-11T03:22:30.248" v="3844" actId="1076"/>
          <ac:picMkLst>
            <pc:docMk/>
            <pc:sldMk cId="1712123204" sldId="2147479307"/>
            <ac:picMk id="6" creationId="{C9F55193-AA07-7AE5-962A-4E9E346838BD}"/>
          </ac:picMkLst>
        </pc:picChg>
      </pc:sldChg>
      <pc:sldChg chg="addSp delSp modSp add mod">
        <pc:chgData name="Boerger, Andrew" userId="0c0bc9a9-2163-4dfe-8380-dffe9bae854a" providerId="ADAL" clId="{517DB387-D46D-4360-A89D-0AB2A58C50C0}" dt="2026-06-11T14:26:01.019" v="3929" actId="20577"/>
        <pc:sldMkLst>
          <pc:docMk/>
          <pc:sldMk cId="2015233461" sldId="2147479308"/>
        </pc:sldMkLst>
        <pc:spChg chg="mod">
          <ac:chgData name="Boerger, Andrew" userId="0c0bc9a9-2163-4dfe-8380-dffe9bae854a" providerId="ADAL" clId="{517DB387-D46D-4360-A89D-0AB2A58C50C0}" dt="2026-06-11T14:26:01.019" v="3929" actId="20577"/>
          <ac:spMkLst>
            <pc:docMk/>
            <pc:sldMk cId="2015233461" sldId="2147479308"/>
            <ac:spMk id="8" creationId="{51D7972A-8827-2097-A7A4-728B6DA86564}"/>
          </ac:spMkLst>
        </pc:spChg>
        <pc:picChg chg="add mod">
          <ac:chgData name="Boerger, Andrew" userId="0c0bc9a9-2163-4dfe-8380-dffe9bae854a" providerId="ADAL" clId="{517DB387-D46D-4360-A89D-0AB2A58C50C0}" dt="2026-06-11T14:25:54.619" v="3911" actId="1076"/>
          <ac:picMkLst>
            <pc:docMk/>
            <pc:sldMk cId="2015233461" sldId="2147479308"/>
            <ac:picMk id="2" creationId="{0922FF09-72F3-CDD4-A01B-F7D71149B09E}"/>
          </ac:picMkLst>
        </pc:picChg>
        <pc:picChg chg="del">
          <ac:chgData name="Boerger, Andrew" userId="0c0bc9a9-2163-4dfe-8380-dffe9bae854a" providerId="ADAL" clId="{517DB387-D46D-4360-A89D-0AB2A58C50C0}" dt="2026-06-11T14:25:34.623" v="3903" actId="478"/>
          <ac:picMkLst>
            <pc:docMk/>
            <pc:sldMk cId="2015233461" sldId="2147479308"/>
            <ac:picMk id="4" creationId="{B64790DF-A17A-62F3-FA31-580B77929474}"/>
          </ac:picMkLst>
        </pc:picChg>
        <pc:picChg chg="del">
          <ac:chgData name="Boerger, Andrew" userId="0c0bc9a9-2163-4dfe-8380-dffe9bae854a" providerId="ADAL" clId="{517DB387-D46D-4360-A89D-0AB2A58C50C0}" dt="2026-06-11T14:25:35.188" v="3904" actId="478"/>
          <ac:picMkLst>
            <pc:docMk/>
            <pc:sldMk cId="2015233461" sldId="2147479308"/>
            <ac:picMk id="6" creationId="{7B63AA17-42BB-E740-A5B4-87E5819E8721}"/>
          </ac:picMkLst>
        </pc:picChg>
      </pc:sldChg>
      <pc:sldChg chg="add del setBg">
        <pc:chgData name="Boerger, Andrew" userId="0c0bc9a9-2163-4dfe-8380-dffe9bae854a" providerId="ADAL" clId="{517DB387-D46D-4360-A89D-0AB2A58C50C0}" dt="2026-06-11T14:38:02.831" v="3959" actId="47"/>
        <pc:sldMkLst>
          <pc:docMk/>
          <pc:sldMk cId="1079242672" sldId="2147479309"/>
        </pc:sldMkLst>
      </pc:sldChg>
      <pc:sldChg chg="modSp add mod ord">
        <pc:chgData name="Boerger, Andrew" userId="0c0bc9a9-2163-4dfe-8380-dffe9bae854a" providerId="ADAL" clId="{517DB387-D46D-4360-A89D-0AB2A58C50C0}" dt="2026-06-11T14:47:55.766" v="4111" actId="20577"/>
        <pc:sldMkLst>
          <pc:docMk/>
          <pc:sldMk cId="3223940244" sldId="2147479309"/>
        </pc:sldMkLst>
        <pc:spChg chg="mod">
          <ac:chgData name="Boerger, Andrew" userId="0c0bc9a9-2163-4dfe-8380-dffe9bae854a" providerId="ADAL" clId="{517DB387-D46D-4360-A89D-0AB2A58C50C0}" dt="2026-06-11T14:47:55.766" v="4111" actId="20577"/>
          <ac:spMkLst>
            <pc:docMk/>
            <pc:sldMk cId="3223940244" sldId="2147479309"/>
            <ac:spMk id="9" creationId="{BD8EF1DA-5FD5-E4FD-FC16-3782A070CA6B}"/>
          </ac:spMkLst>
        </pc:spChg>
      </pc:sldChg>
      <pc:sldMasterChg chg="delSldLayout">
        <pc:chgData name="Boerger, Andrew" userId="0c0bc9a9-2163-4dfe-8380-dffe9bae854a" providerId="ADAL" clId="{517DB387-D46D-4360-A89D-0AB2A58C50C0}" dt="2026-06-10T13:06:38.865" v="2065" actId="47"/>
        <pc:sldMasterMkLst>
          <pc:docMk/>
          <pc:sldMasterMk cId="3588427678" sldId="2147484229"/>
        </pc:sldMasterMkLst>
        <pc:sldLayoutChg chg="del">
          <pc:chgData name="Boerger, Andrew" userId="0c0bc9a9-2163-4dfe-8380-dffe9bae854a" providerId="ADAL" clId="{517DB387-D46D-4360-A89D-0AB2A58C50C0}" dt="2026-06-10T13:06:38.865" v="2065" actId="47"/>
          <pc:sldLayoutMkLst>
            <pc:docMk/>
            <pc:sldMasterMk cId="3588427678" sldId="2147484229"/>
            <pc:sldLayoutMk cId="3037259148" sldId="2147486183"/>
          </pc:sldLayoutMkLst>
        </pc:sldLayoutChg>
      </pc:sldMasterChg>
      <pc:sldMasterChg chg="delSldLayout">
        <pc:chgData name="Boerger, Andrew" userId="0c0bc9a9-2163-4dfe-8380-dffe9bae854a" providerId="ADAL" clId="{517DB387-D46D-4360-A89D-0AB2A58C50C0}" dt="2026-05-14T20:25:26.948" v="2008" actId="47"/>
        <pc:sldMasterMkLst>
          <pc:docMk/>
          <pc:sldMasterMk cId="2495309082" sldId="2147486192"/>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2153"/>
            <a:ext cx="3169920" cy="480060"/>
          </a:xfrm>
          <a:prstGeom prst="rect">
            <a:avLst/>
          </a:prstGeom>
        </p:spPr>
        <p:txBody>
          <a:bodyPr vert="horz" lIns="96661" tIns="48331" rIns="96661" bIns="48331" rtlCol="0"/>
          <a:lstStyle>
            <a:lvl1pPr algn="l">
              <a:defRPr sz="1300"/>
            </a:lvl1pPr>
          </a:lstStyle>
          <a:p>
            <a:endParaRPr lang="en-US">
              <a:latin typeface="Segoe UI" pitchFamily="34" charset="0"/>
            </a:endParaRPr>
          </a:p>
        </p:txBody>
      </p:sp>
      <p:sp>
        <p:nvSpPr>
          <p:cNvPr id="7" name="Date Placeholder 6"/>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460F9EC6-89FF-47E1-8594-1A32E3B45134}" type="datetime8">
              <a:rPr lang="en-US" smtClean="0">
                <a:latin typeface="Segoe UI" pitchFamily="34" charset="0"/>
              </a:rPr>
              <a:t>6/10/2026 10:39 PM</a:t>
            </a:fld>
            <a:endParaRPr lang="en-US">
              <a:latin typeface="Segoe UI" pitchFamily="34" charset="0"/>
            </a:endParaRPr>
          </a:p>
        </p:txBody>
      </p:sp>
      <p:sp>
        <p:nvSpPr>
          <p:cNvPr id="8" name="Footer Placeholder 7"/>
          <p:cNvSpPr>
            <a:spLocks noGrp="1"/>
          </p:cNvSpPr>
          <p:nvPr>
            <p:ph type="ftr" sz="quarter" idx="2"/>
          </p:nvPr>
        </p:nvSpPr>
        <p:spPr>
          <a:xfrm>
            <a:off x="0" y="9119474"/>
            <a:ext cx="6181344" cy="349056"/>
          </a:xfrm>
          <a:prstGeom prst="rect">
            <a:avLst/>
          </a:prstGeom>
        </p:spPr>
        <p:txBody>
          <a:bodyPr vert="horz" lIns="96661" tIns="48331" rIns="96661" bIns="48331" rtlCol="0" anchor="b"/>
          <a:lstStyle>
            <a:lvl1pPr algn="l">
              <a:defRPr sz="1300"/>
            </a:lvl1pPr>
          </a:lstStyle>
          <a:p>
            <a:pPr marL="421215" defTabSz="966294"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6169152" y="9119474"/>
            <a:ext cx="1144355" cy="480060"/>
          </a:xfrm>
          <a:prstGeom prst="rect">
            <a:avLst/>
          </a:prstGeom>
        </p:spPr>
        <p:txBody>
          <a:bodyPr vert="horz" lIns="96661" tIns="48331" rIns="96661" bIns="48331" rtlCol="0" anchor="b"/>
          <a:lstStyle>
            <a:lvl1pPr algn="r">
              <a:defRPr sz="13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10" name="Footer Placeholder 9"/>
          <p:cNvSpPr>
            <a:spLocks noGrp="1"/>
          </p:cNvSpPr>
          <p:nvPr>
            <p:ph type="ftr" sz="quarter" idx="4"/>
          </p:nvPr>
        </p:nvSpPr>
        <p:spPr>
          <a:xfrm>
            <a:off x="0" y="9121140"/>
            <a:ext cx="6315456" cy="373762"/>
          </a:xfrm>
          <a:prstGeom prst="rect">
            <a:avLst/>
          </a:prstGeom>
        </p:spPr>
        <p:txBody>
          <a:bodyPr vert="horz" lIns="96661" tIns="48331" rIns="96661" bIns="48331" rtlCol="0" anchor="b"/>
          <a:lstStyle>
            <a:lvl1pPr marL="604133" indent="0" algn="l">
              <a:defRPr sz="1300"/>
            </a:lvl1p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Segoe UI" pitchFamily="34" charset="0"/>
              </a:defRPr>
            </a:lvl1pPr>
          </a:lstStyle>
          <a:p>
            <a:fld id="{386CE63F-9E7F-4C04-9D0D-FCA25A8E9E86}" type="datetime8">
              <a:rPr lang="en-US" smtClean="0"/>
              <a:t>6/10/2026 10:32 PM</a:t>
            </a:fld>
            <a:endParaRPr lang="en-US"/>
          </a:p>
        </p:txBody>
      </p:sp>
      <p:sp>
        <p:nvSpPr>
          <p:cNvPr id="12" name="Notes Placeholder 11"/>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6303264" y="9119474"/>
            <a:ext cx="1010243" cy="480060"/>
          </a:xfrm>
          <a:prstGeom prst="rect">
            <a:avLst/>
          </a:prstGeom>
        </p:spPr>
        <p:txBody>
          <a:bodyPr vert="horz" lIns="96661" tIns="48331" rIns="96661" bIns="48331" rtlCol="0" anchor="b"/>
          <a:lstStyle>
            <a:lvl1pPr algn="r">
              <a:defRPr sz="13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D735B-EBF1-69AD-E71D-479E80F8A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12EB8-B57A-8217-DB07-8773D090E7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8E682AE-1555-8E43-D128-F72EEBBCA4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882A6E-31DF-6E49-6744-F5C636C996E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1943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41DEA-7E34-A504-D344-19FC02291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D532D-3DE3-74AF-4F28-F86E6699A2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EE39F3-2A85-6ED5-CC08-63EE136E79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E7BBE-C835-A750-1ACA-97250C07718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0802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27975-CC0B-487D-A27F-E76DE3062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76F1A-8802-C131-DB50-78F65F49AA0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71227B6-A6B1-8B63-16E2-FE4B60AB64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9F4171-50E7-658F-E7E3-D4B5A2CD700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8646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44555-B492-A2D0-0B57-1916047AC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50B66-834F-9FB5-A360-B338DAA7AC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7E3BB4-4024-EC19-FFFA-012C8159E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511FBF-9FA6-AB73-0A40-9FAC5907999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4375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You’ve all fallen into a trap. This is a history talk disguised as a technology talk. I’m only half kidding.</a:t>
            </a:r>
          </a:p>
          <a:p>
            <a:endParaRPr lang="en-US" dirty="0"/>
          </a:p>
          <a:p>
            <a:r>
              <a:rPr lang="en-US" dirty="0"/>
              <a:t>In keeping with this theme, this is going to be a two-part talk. We’re going to dive into history and theory of quality and then finish up with practical implementations of data quality principles using Fabric.</a:t>
            </a:r>
          </a:p>
          <a:p>
            <a:endParaRPr lang="en-US" dirty="0"/>
          </a:p>
          <a:p>
            <a:endParaRPr lang="en-US" dirty="0"/>
          </a:p>
          <a:p>
            <a:r>
              <a:rPr lang="en-US" dirty="0"/>
              <a:t>Let’s go on a journey to implement a total quality management system in Microsoft Fabric</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6/10/2026 10:32 PM</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98474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Generally input tokens are more expensive than output tokens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6629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6/10/2026 10:32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46764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6.emf"/></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eadshot">
    <p:bg>
      <p:bgPr>
        <a:solidFill>
          <a:srgbClr val="FEF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95636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shot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p:nvPr>
        </p:nvSpPr>
        <p:spPr>
          <a:xfrm>
            <a:off x="588263" y="585788"/>
            <a:ext cx="3182027" cy="3118624"/>
          </a:xfrm>
        </p:spPr>
        <p:txBody>
          <a:bodyPr anchor="t">
            <a:noAutofit/>
          </a:bodyPr>
          <a:lstStyle>
            <a:lvl1pPr>
              <a:defRPr>
                <a:solidFill>
                  <a:schemeClr val="bg2"/>
                </a:solidFill>
              </a:defRPr>
            </a:lvl1pPr>
          </a:lstStyle>
          <a:p>
            <a:endParaRPr lang="en-US" dirty="0"/>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5524500"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5524499"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5524599"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5524598"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5524599"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5524598"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pic>
        <p:nvPicPr>
          <p:cNvPr id="7" name="Picture 6" descr="Background pattern  Description automatically generated">
            <a:extLst>
              <a:ext uri="{FF2B5EF4-FFF2-40B4-BE49-F238E27FC236}">
                <a16:creationId xmlns:a16="http://schemas.microsoft.com/office/drawing/2014/main" id="{35F1A2FB-52C7-514B-29DB-A62250BC6596}"/>
              </a:ext>
            </a:extLst>
          </p:cNvPr>
          <p:cNvPicPr>
            <a:picLocks noChangeAspect="1"/>
          </p:cNvPicPr>
          <p:nvPr userDrawn="1"/>
        </p:nvPicPr>
        <p:blipFill>
          <a:blip r:embed="rId2">
            <a:alphaModFix amt="45000"/>
          </a:blip>
          <a:stretch>
            <a:fillRect/>
          </a:stretch>
        </p:blipFill>
        <p:spPr>
          <a:xfrm rot="10800000">
            <a:off x="0" y="518160"/>
            <a:ext cx="12192000" cy="6339840"/>
          </a:xfrm>
          <a:prstGeom prst="rect">
            <a:avLst/>
          </a:prstGeom>
        </p:spPr>
      </p:pic>
    </p:spTree>
    <p:extLst>
      <p:ext uri="{BB962C8B-B14F-4D97-AF65-F5344CB8AC3E}">
        <p14:creationId xmlns:p14="http://schemas.microsoft.com/office/powerpoint/2010/main" val="3513979380"/>
      </p:ext>
    </p:extLst>
  </p:cSld>
  <p:clrMapOvr>
    <a:masterClrMapping/>
  </p:clrMapOvr>
  <p:transition>
    <p:fade/>
  </p:transition>
  <p:extLst>
    <p:ext uri="{DCECCB84-F9BA-43D5-87BE-67443E8EF086}">
      <p15:sldGuideLst xmlns:p15="http://schemas.microsoft.com/office/powerpoint/2012/main">
        <p15:guide id="13" pos="2736" userDrawn="1">
          <p15:clr>
            <a:srgbClr val="5ACBF0"/>
          </p15:clr>
        </p15:guide>
        <p15:guide id="30" pos="2376">
          <p15:clr>
            <a:srgbClr val="5ACBF0"/>
          </p15:clr>
        </p15:guide>
        <p15:guide id="31" pos="3120" userDrawn="1">
          <p15:clr>
            <a:srgbClr val="5ACBF0"/>
          </p15:clr>
        </p15:guide>
        <p15:guide id="32" pos="5473">
          <p15:clr>
            <a:srgbClr val="FBAE40"/>
          </p15:clr>
        </p15:guide>
        <p15:guide id="33" pos="3480"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mpty">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  Description automatically generated">
            <a:extLst>
              <a:ext uri="{FF2B5EF4-FFF2-40B4-BE49-F238E27FC236}">
                <a16:creationId xmlns:a16="http://schemas.microsoft.com/office/drawing/2014/main" id="{1025EDE9-3B05-7230-5E33-33D3F2B4E520}"/>
              </a:ext>
            </a:extLst>
          </p:cNvPr>
          <p:cNvPicPr>
            <a:picLocks noChangeAspect="1"/>
          </p:cNvPicPr>
          <p:nvPr userDrawn="1"/>
        </p:nvPicPr>
        <p:blipFill>
          <a:blip r:embed="rId2">
            <a:alphaModFix amt="45000"/>
          </a:blip>
          <a:stretch>
            <a:fillRect/>
          </a:stretch>
        </p:blipFill>
        <p:spPr>
          <a:xfrm rot="10800000">
            <a:off x="0" y="518160"/>
            <a:ext cx="12192000" cy="6339840"/>
          </a:xfrm>
          <a:prstGeom prst="rect">
            <a:avLst/>
          </a:prstGeom>
        </p:spPr>
      </p:pic>
    </p:spTree>
    <p:extLst>
      <p:ext uri="{BB962C8B-B14F-4D97-AF65-F5344CB8AC3E}">
        <p14:creationId xmlns:p14="http://schemas.microsoft.com/office/powerpoint/2010/main" val="3109765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ideo">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  Description automatically generated">
            <a:extLst>
              <a:ext uri="{FF2B5EF4-FFF2-40B4-BE49-F238E27FC236}">
                <a16:creationId xmlns:a16="http://schemas.microsoft.com/office/drawing/2014/main" id="{1025EDE9-3B05-7230-5E33-33D3F2B4E520}"/>
              </a:ext>
            </a:extLst>
          </p:cNvPr>
          <p:cNvPicPr>
            <a:picLocks noChangeAspect="1"/>
          </p:cNvPicPr>
          <p:nvPr userDrawn="1"/>
        </p:nvPicPr>
        <p:blipFill>
          <a:blip r:embed="rId2">
            <a:alphaModFix amt="45000"/>
          </a:blip>
          <a:stretch>
            <a:fillRect/>
          </a:stretch>
        </p:blipFill>
        <p:spPr>
          <a:xfrm rot="10800000">
            <a:off x="0" y="518160"/>
            <a:ext cx="12192000" cy="6339840"/>
          </a:xfrm>
          <a:prstGeom prst="rect">
            <a:avLst/>
          </a:prstGeom>
        </p:spPr>
      </p:pic>
      <p:sp>
        <p:nvSpPr>
          <p:cNvPr id="3" name="Media Placeholder 2">
            <a:extLst>
              <a:ext uri="{FF2B5EF4-FFF2-40B4-BE49-F238E27FC236}">
                <a16:creationId xmlns:a16="http://schemas.microsoft.com/office/drawing/2014/main" id="{DA1B8345-15BE-7B3E-6C43-E7C4C6CA82A4}"/>
              </a:ext>
            </a:extLst>
          </p:cNvPr>
          <p:cNvSpPr>
            <a:spLocks noGrp="1"/>
          </p:cNvSpPr>
          <p:nvPr>
            <p:ph type="media" sz="quarter" idx="10"/>
          </p:nvPr>
        </p:nvSpPr>
        <p:spPr>
          <a:xfrm>
            <a:off x="293687" y="292099"/>
            <a:ext cx="11604625" cy="6272214"/>
          </a:xfrm>
          <a:prstGeom prst="roundRect">
            <a:avLst>
              <a:gd name="adj" fmla="val 1853"/>
            </a:avLst>
          </a:prstGeom>
          <a:ln>
            <a:solidFill>
              <a:srgbClr val="D2D2D2"/>
            </a:solidFill>
          </a:ln>
          <a:effectLst>
            <a:outerShdw blurRad="50800" dist="38100" dir="2700000" algn="tl" rotWithShape="0">
              <a:prstClr val="black">
                <a:alpha val="40000"/>
              </a:prstClr>
            </a:outerShdw>
          </a:effectLst>
        </p:spPr>
        <p:txBody>
          <a:bodyPr/>
          <a:lstStyle/>
          <a:p>
            <a:endParaRPr lang="en-US"/>
          </a:p>
        </p:txBody>
      </p:sp>
    </p:spTree>
    <p:extLst>
      <p:ext uri="{BB962C8B-B14F-4D97-AF65-F5344CB8AC3E}">
        <p14:creationId xmlns:p14="http://schemas.microsoft.com/office/powerpoint/2010/main" val="19788215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ideo with title">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  Description automatically generated">
            <a:extLst>
              <a:ext uri="{FF2B5EF4-FFF2-40B4-BE49-F238E27FC236}">
                <a16:creationId xmlns:a16="http://schemas.microsoft.com/office/drawing/2014/main" id="{1025EDE9-3B05-7230-5E33-33D3F2B4E520}"/>
              </a:ext>
            </a:extLst>
          </p:cNvPr>
          <p:cNvPicPr>
            <a:picLocks noChangeAspect="1"/>
          </p:cNvPicPr>
          <p:nvPr userDrawn="1"/>
        </p:nvPicPr>
        <p:blipFill>
          <a:blip r:embed="rId2">
            <a:alphaModFix amt="45000"/>
          </a:blip>
          <a:stretch>
            <a:fillRect/>
          </a:stretch>
        </p:blipFill>
        <p:spPr>
          <a:xfrm rot="10800000">
            <a:off x="0" y="518160"/>
            <a:ext cx="12192000" cy="6339840"/>
          </a:xfrm>
          <a:prstGeom prst="rect">
            <a:avLst/>
          </a:prstGeom>
        </p:spPr>
      </p:pic>
      <p:sp>
        <p:nvSpPr>
          <p:cNvPr id="3" name="Media Placeholder 2">
            <a:extLst>
              <a:ext uri="{FF2B5EF4-FFF2-40B4-BE49-F238E27FC236}">
                <a16:creationId xmlns:a16="http://schemas.microsoft.com/office/drawing/2014/main" id="{DA1B8345-15BE-7B3E-6C43-E7C4C6CA82A4}"/>
              </a:ext>
            </a:extLst>
          </p:cNvPr>
          <p:cNvSpPr>
            <a:spLocks noGrp="1"/>
          </p:cNvSpPr>
          <p:nvPr>
            <p:ph type="media" sz="quarter" idx="10"/>
          </p:nvPr>
        </p:nvSpPr>
        <p:spPr>
          <a:xfrm>
            <a:off x="293687" y="1010265"/>
            <a:ext cx="11604625" cy="5554048"/>
          </a:xfrm>
          <a:prstGeom prst="roundRect">
            <a:avLst>
              <a:gd name="adj" fmla="val 1853"/>
            </a:avLst>
          </a:prstGeom>
          <a:ln>
            <a:solidFill>
              <a:srgbClr val="D2D2D2"/>
            </a:solidFill>
          </a:ln>
          <a:effectLst>
            <a:outerShdw blurRad="50800" dist="38100" dir="2700000" algn="tl" rotWithShape="0">
              <a:prstClr val="black">
                <a:alpha val="40000"/>
              </a:prstClr>
            </a:outerShdw>
          </a:effectLst>
        </p:spPr>
        <p:txBody>
          <a:bodyPr/>
          <a:lstStyle/>
          <a:p>
            <a:endParaRPr lang="en-US"/>
          </a:p>
        </p:txBody>
      </p:sp>
      <p:sp>
        <p:nvSpPr>
          <p:cNvPr id="5" name="Text Placeholder 4">
            <a:extLst>
              <a:ext uri="{FF2B5EF4-FFF2-40B4-BE49-F238E27FC236}">
                <a16:creationId xmlns:a16="http://schemas.microsoft.com/office/drawing/2014/main" id="{D74728CA-8266-227B-79FB-2A9DBB53165E}"/>
              </a:ext>
            </a:extLst>
          </p:cNvPr>
          <p:cNvSpPr>
            <a:spLocks noGrp="1"/>
          </p:cNvSpPr>
          <p:nvPr>
            <p:ph type="body" sz="quarter" idx="11"/>
          </p:nvPr>
        </p:nvSpPr>
        <p:spPr>
          <a:xfrm>
            <a:off x="293686" y="286673"/>
            <a:ext cx="11604625" cy="430887"/>
          </a:xfrm>
        </p:spPr>
        <p:txBody>
          <a:bodyPr/>
          <a:lstStyle>
            <a:lvl1pPr marL="0" indent="0" algn="ctr">
              <a:buNone/>
              <a:defRPr sz="2800">
                <a:latin typeface="+mj-lt"/>
              </a:defRPr>
            </a:lvl1pPr>
            <a:lvl2pPr algn="ctr">
              <a:defRPr sz="2000">
                <a:latin typeface="+mj-lt"/>
              </a:defRPr>
            </a:lvl2pPr>
            <a:lvl3pPr algn="ctr">
              <a:defRPr sz="1600">
                <a:latin typeface="+mj-lt"/>
              </a:defRPr>
            </a:lvl3pPr>
            <a:lvl4pPr algn="ctr">
              <a:defRPr sz="1400">
                <a:latin typeface="+mj-lt"/>
              </a:defRPr>
            </a:lvl4pPr>
            <a:lvl5pPr algn="ctr">
              <a:defRPr sz="1400">
                <a:latin typeface="+mj-lt"/>
              </a:defRPr>
            </a:lvl5pPr>
          </a:lstStyle>
          <a:p>
            <a:pPr lvl="0"/>
            <a:r>
              <a:rPr lang="en-US"/>
              <a:t>Click to edit Master text styles</a:t>
            </a:r>
          </a:p>
        </p:txBody>
      </p:sp>
    </p:spTree>
    <p:extLst>
      <p:ext uri="{BB962C8B-B14F-4D97-AF65-F5344CB8AC3E}">
        <p14:creationId xmlns:p14="http://schemas.microsoft.com/office/powerpoint/2010/main" val="342811752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creenshot with title">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  Description automatically generated">
            <a:extLst>
              <a:ext uri="{FF2B5EF4-FFF2-40B4-BE49-F238E27FC236}">
                <a16:creationId xmlns:a16="http://schemas.microsoft.com/office/drawing/2014/main" id="{1025EDE9-3B05-7230-5E33-33D3F2B4E520}"/>
              </a:ext>
            </a:extLst>
          </p:cNvPr>
          <p:cNvPicPr>
            <a:picLocks noChangeAspect="1"/>
          </p:cNvPicPr>
          <p:nvPr userDrawn="1"/>
        </p:nvPicPr>
        <p:blipFill>
          <a:blip r:embed="rId2">
            <a:alphaModFix amt="45000"/>
          </a:blip>
          <a:stretch>
            <a:fillRect/>
          </a:stretch>
        </p:blipFill>
        <p:spPr>
          <a:xfrm rot="10800000">
            <a:off x="0" y="518160"/>
            <a:ext cx="12192000" cy="6339840"/>
          </a:xfrm>
          <a:prstGeom prst="rect">
            <a:avLst/>
          </a:prstGeom>
        </p:spPr>
      </p:pic>
      <p:sp>
        <p:nvSpPr>
          <p:cNvPr id="5" name="Text Placeholder 4">
            <a:extLst>
              <a:ext uri="{FF2B5EF4-FFF2-40B4-BE49-F238E27FC236}">
                <a16:creationId xmlns:a16="http://schemas.microsoft.com/office/drawing/2014/main" id="{D74728CA-8266-227B-79FB-2A9DBB53165E}"/>
              </a:ext>
            </a:extLst>
          </p:cNvPr>
          <p:cNvSpPr>
            <a:spLocks noGrp="1"/>
          </p:cNvSpPr>
          <p:nvPr>
            <p:ph type="body" sz="quarter" idx="11"/>
          </p:nvPr>
        </p:nvSpPr>
        <p:spPr>
          <a:xfrm>
            <a:off x="293686" y="286673"/>
            <a:ext cx="11604625" cy="430887"/>
          </a:xfrm>
        </p:spPr>
        <p:txBody>
          <a:bodyPr/>
          <a:lstStyle>
            <a:lvl1pPr marL="0" indent="0" algn="ctr">
              <a:buNone/>
              <a:defRPr sz="2800">
                <a:latin typeface="+mj-lt"/>
              </a:defRPr>
            </a:lvl1pPr>
            <a:lvl2pPr algn="ctr">
              <a:defRPr sz="2000">
                <a:latin typeface="+mj-lt"/>
              </a:defRPr>
            </a:lvl2pPr>
            <a:lvl3pPr algn="ctr">
              <a:defRPr sz="1600">
                <a:latin typeface="+mj-lt"/>
              </a:defRPr>
            </a:lvl3pPr>
            <a:lvl4pPr algn="ctr">
              <a:defRPr sz="1400">
                <a:latin typeface="+mj-lt"/>
              </a:defRPr>
            </a:lvl4pPr>
            <a:lvl5pPr algn="ctr">
              <a:defRPr sz="1400">
                <a:latin typeface="+mj-lt"/>
              </a:defRPr>
            </a:lvl5pPr>
          </a:lstStyle>
          <a:p>
            <a:pPr lvl="0"/>
            <a:r>
              <a:rPr lang="en-US"/>
              <a:t>Click to edit Master text styles</a:t>
            </a:r>
          </a:p>
        </p:txBody>
      </p:sp>
      <p:sp>
        <p:nvSpPr>
          <p:cNvPr id="6" name="Picture Placeholder 5">
            <a:extLst>
              <a:ext uri="{FF2B5EF4-FFF2-40B4-BE49-F238E27FC236}">
                <a16:creationId xmlns:a16="http://schemas.microsoft.com/office/drawing/2014/main" id="{41755C41-B570-F939-9D61-4B4C162C2AA2}"/>
              </a:ext>
            </a:extLst>
          </p:cNvPr>
          <p:cNvSpPr>
            <a:spLocks noGrp="1"/>
          </p:cNvSpPr>
          <p:nvPr>
            <p:ph type="pic" sz="quarter" idx="12"/>
          </p:nvPr>
        </p:nvSpPr>
        <p:spPr>
          <a:xfrm>
            <a:off x="293688" y="860093"/>
            <a:ext cx="11604625" cy="5711234"/>
          </a:xfrm>
          <a:ln>
            <a:solidFill>
              <a:srgbClr val="D2D2D2"/>
            </a:solidFill>
          </a:ln>
          <a:effectLst>
            <a:outerShdw blurRad="50800" dist="38100" dir="2700000" algn="tl" rotWithShape="0">
              <a:prstClr val="black">
                <a:alpha val="40000"/>
              </a:prstClr>
            </a:outerShdw>
          </a:effectLst>
        </p:spPr>
        <p:txBody>
          <a:bodyPr vert="horz" wrap="square" lIns="0" tIns="0" rIns="0" bIns="0" rtlCol="0">
            <a:spAutoFit/>
          </a:bodyPr>
          <a:lstStyle>
            <a:lvl1pPr algn="ctr">
              <a:defRPr lang="en-US"/>
            </a:lvl1pPr>
          </a:lstStyle>
          <a:p>
            <a:pPr lvl="0"/>
            <a:endParaRPr lang="en-US"/>
          </a:p>
        </p:txBody>
      </p:sp>
    </p:spTree>
    <p:extLst>
      <p:ext uri="{BB962C8B-B14F-4D97-AF65-F5344CB8AC3E}">
        <p14:creationId xmlns:p14="http://schemas.microsoft.com/office/powerpoint/2010/main" val="183869616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 logo">
    <p:bg>
      <p:bgPr>
        <a:solidFill>
          <a:srgbClr val="000000"/>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4048C3FC-34AD-17F7-0924-ACEE088E2A3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31016"/>
          <a:stretch/>
        </p:blipFill>
        <p:spPr>
          <a:xfrm>
            <a:off x="4505891" y="3024187"/>
            <a:ext cx="3180218" cy="809625"/>
          </a:xfrm>
          <a:prstGeom prst="rect">
            <a:avLst/>
          </a:prstGeom>
        </p:spPr>
      </p:pic>
    </p:spTree>
    <p:extLst>
      <p:ext uri="{BB962C8B-B14F-4D97-AF65-F5344CB8AC3E}">
        <p14:creationId xmlns:p14="http://schemas.microsoft.com/office/powerpoint/2010/main" val="346517960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New Graphic)">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157666"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157666" cy="338554"/>
          </a:xfrm>
          <a:noFill/>
        </p:spPr>
        <p:txBody>
          <a:bodyPr wrap="square" lIns="0" tIns="0" rIns="0" bIns="0">
            <a:spAutoFit/>
          </a:bodyPr>
          <a:lstStyle>
            <a:lvl1pPr marL="0" indent="0">
              <a:spcBef>
                <a:spcPts val="0"/>
              </a:spcBef>
              <a:buNone/>
              <a:defRPr sz="2200" spc="0" baseline="0">
                <a:gradFill>
                  <a:gsLst>
                    <a:gs pos="0">
                      <a:schemeClr val="tx1"/>
                    </a:gs>
                    <a:gs pos="100000">
                      <a:schemeClr val="tx1"/>
                    </a:gs>
                  </a:gsLst>
                  <a:lin ang="5400000" scaled="1"/>
                </a:gradFill>
                <a:latin typeface="+mn-lt"/>
                <a:cs typeface="Segoe UI" panose="020B0502040204020203" pitchFamily="34" charset="0"/>
              </a:defRPr>
            </a:lvl1pPr>
          </a:lstStyle>
          <a:p>
            <a:pPr lvl="0"/>
            <a:r>
              <a:rPr lang="en-US"/>
              <a:t>Speaker name or subtitle text</a:t>
            </a:r>
          </a:p>
        </p:txBody>
      </p:sp>
      <p:pic>
        <p:nvPicPr>
          <p:cNvPr id="10" name="Picture 9">
            <a:extLst>
              <a:ext uri="{FF2B5EF4-FFF2-40B4-BE49-F238E27FC236}">
                <a16:creationId xmlns:a16="http://schemas.microsoft.com/office/drawing/2014/main" id="{DCF14E13-C424-3C42-A48A-BD82D9F8C6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327372" y="68965"/>
            <a:ext cx="6864628" cy="6722533"/>
          </a:xfrm>
          <a:prstGeom prst="rect">
            <a:avLst/>
          </a:prstGeom>
        </p:spPr>
      </p:pic>
      <p:pic>
        <p:nvPicPr>
          <p:cNvPr id="6" name="MS logo gray - EMF" descr="Microsoft logo, gray text version">
            <a:extLst>
              <a:ext uri="{FF2B5EF4-FFF2-40B4-BE49-F238E27FC236}">
                <a16:creationId xmlns:a16="http://schemas.microsoft.com/office/drawing/2014/main" id="{4C2DB8D1-F8B3-464C-A4AF-49A3EB1DE9A0}"/>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83325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 Power BI (Old Graphic)">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87E63E9-A049-4B7E-B301-CA7FC7291D01}"/>
              </a:ext>
            </a:extLst>
          </p:cNvPr>
          <p:cNvPicPr>
            <a:picLocks noChangeAspect="1"/>
          </p:cNvPicPr>
          <p:nvPr userDrawn="1"/>
        </p:nvPicPr>
        <p:blipFill rotWithShape="1">
          <a:blip r:embed="rId2"/>
          <a:srcRect r="11678"/>
          <a:stretch/>
        </p:blipFill>
        <p:spPr>
          <a:xfrm>
            <a:off x="5142023" y="739541"/>
            <a:ext cx="7049978" cy="5614928"/>
          </a:xfrm>
          <a:prstGeom prst="rect">
            <a:avLst/>
          </a:prstGeom>
        </p:spPr>
      </p:pic>
      <p:sp>
        <p:nvSpPr>
          <p:cNvPr id="9" name="Title 1"/>
          <p:cNvSpPr>
            <a:spLocks noGrp="1"/>
          </p:cNvSpPr>
          <p:nvPr>
            <p:ph type="title" hasCustomPrompt="1"/>
          </p:nvPr>
        </p:nvSpPr>
        <p:spPr>
          <a:xfrm>
            <a:off x="584200" y="2425780"/>
            <a:ext cx="5157666"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157666" cy="338554"/>
          </a:xfrm>
          <a:noFill/>
        </p:spPr>
        <p:txBody>
          <a:bodyPr wrap="square" lIns="0" tIns="0" rIns="0" bIns="0">
            <a:spAutoFit/>
          </a:bodyPr>
          <a:lstStyle>
            <a:lvl1pPr marL="0" indent="0">
              <a:spcBef>
                <a:spcPts val="0"/>
              </a:spcBef>
              <a:buNone/>
              <a:defRPr sz="2200" spc="0" baseline="0">
                <a:gradFill>
                  <a:gsLst>
                    <a:gs pos="0">
                      <a:schemeClr val="tx1"/>
                    </a:gs>
                    <a:gs pos="100000">
                      <a:schemeClr val="tx1"/>
                    </a:gs>
                  </a:gsLst>
                  <a:lin ang="5400000" scaled="1"/>
                </a:gradFill>
                <a:latin typeface="+mn-lt"/>
                <a:cs typeface="Segoe UI" panose="020B0502040204020203" pitchFamily="34" charset="0"/>
              </a:defRPr>
            </a:lvl1pPr>
          </a:lstStyle>
          <a:p>
            <a:pPr lvl="0"/>
            <a:r>
              <a:rPr lang="en-US"/>
              <a:t>Speaker name or subtitle text</a:t>
            </a:r>
          </a:p>
        </p:txBody>
      </p:sp>
      <p:cxnSp>
        <p:nvCxnSpPr>
          <p:cNvPr id="16" name="Straight Connector 15">
            <a:extLst>
              <a:ext uri="{FF2B5EF4-FFF2-40B4-BE49-F238E27FC236}">
                <a16:creationId xmlns:a16="http://schemas.microsoft.com/office/drawing/2014/main" id="{912514F0-1D0F-D648-A778-D69EBECC7E50}"/>
              </a:ext>
            </a:extLst>
          </p:cNvPr>
          <p:cNvCxnSpPr>
            <a:cxnSpLocks/>
          </p:cNvCxnSpPr>
          <p:nvPr userDrawn="1"/>
        </p:nvCxnSpPr>
        <p:spPr>
          <a:xfrm>
            <a:off x="2220618" y="445064"/>
            <a:ext cx="0" cy="56008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17" name="Picture 2">
            <a:extLst>
              <a:ext uri="{FF2B5EF4-FFF2-40B4-BE49-F238E27FC236}">
                <a16:creationId xmlns:a16="http://schemas.microsoft.com/office/drawing/2014/main" id="{CF75E99F-26AB-574E-ABE5-45483F275B8C}"/>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2565252" y="504969"/>
            <a:ext cx="425607" cy="425667"/>
          </a:xfrm>
          <a:prstGeom prst="rect">
            <a:avLst/>
          </a:prstGeom>
          <a:noFill/>
          <a:extLst>
            <a:ext uri="{909E8E84-426E-40DD-AFC4-6F175D3DCCD1}">
              <a14:hiddenFill xmlns:a14="http://schemas.microsoft.com/office/drawing/2010/main">
                <a:solidFill>
                  <a:srgbClr val="FFFFFF"/>
                </a:solidFill>
              </a14:hiddenFill>
            </a:ext>
          </a:extLst>
        </p:spPr>
      </p:pic>
      <p:pic>
        <p:nvPicPr>
          <p:cNvPr id="8" name="MS logo gray - EMF" descr="Microsoft logo, gray text version">
            <a:extLst>
              <a:ext uri="{FF2B5EF4-FFF2-40B4-BE49-F238E27FC236}">
                <a16:creationId xmlns:a16="http://schemas.microsoft.com/office/drawing/2014/main" id="{3FD803C1-05F7-FE41-BF45-C11C0321ED05}"/>
              </a:ext>
            </a:extLst>
          </p:cNvPr>
          <p:cNvPicPr>
            <a:picLocks noChangeAspect="1"/>
          </p:cNvPicPr>
          <p:nvPr userDrawn="1"/>
        </p:nvPicPr>
        <p:blipFill>
          <a:blip r:embed="rId4"/>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706191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751388" y="2979778"/>
            <a:ext cx="5802312" cy="553998"/>
          </a:xfrm>
          <a:noFill/>
        </p:spPr>
        <p:txBody>
          <a:bodyPr wrap="square" lIns="0" tIns="0" rIns="0" bIns="0" anchor="b" anchorCtr="0">
            <a:spAutoFit/>
          </a:bodyPr>
          <a:lstStyle>
            <a:lvl1pPr>
              <a:defRPr sz="3600" spc="-50" baseline="0">
                <a:solidFill>
                  <a:schemeClr val="accent2"/>
                </a:solidFill>
                <a:latin typeface="+mj-lt"/>
                <a:cs typeface="Segoe UI" panose="020B0502040204020203" pitchFamily="34" charset="0"/>
              </a:defRPr>
            </a:lvl1pPr>
          </a:lstStyle>
          <a:p>
            <a:r>
              <a:rPr lang="en-US"/>
              <a:t>Presentation title </a:t>
            </a:r>
          </a:p>
        </p:txBody>
      </p:sp>
      <p:sp>
        <p:nvSpPr>
          <p:cNvPr id="5" name="Text Placeholder 4"/>
          <p:cNvSpPr>
            <a:spLocks noGrp="1"/>
          </p:cNvSpPr>
          <p:nvPr>
            <p:ph type="body" sz="quarter" idx="12" hasCustomPrompt="1"/>
          </p:nvPr>
        </p:nvSpPr>
        <p:spPr>
          <a:xfrm>
            <a:off x="4751387" y="3962400"/>
            <a:ext cx="5802311"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899F8B4-3CBB-454F-BA48-8506F3821D64}"/>
              </a:ext>
            </a:extLst>
          </p:cNvPr>
          <p:cNvPicPr>
            <a:picLocks noChangeAspect="1"/>
          </p:cNvPicPr>
          <p:nvPr userDrawn="1"/>
        </p:nvPicPr>
        <p:blipFill>
          <a:blip r:embed="rId2"/>
          <a:stretch>
            <a:fillRect/>
          </a:stretch>
        </p:blipFill>
        <p:spPr bwMode="black">
          <a:xfrm>
            <a:off x="4754563" y="585788"/>
            <a:ext cx="1366440" cy="292608"/>
          </a:xfrm>
          <a:prstGeom prst="rect">
            <a:avLst/>
          </a:prstGeom>
        </p:spPr>
      </p:pic>
    </p:spTree>
    <p:extLst>
      <p:ext uri="{BB962C8B-B14F-4D97-AF65-F5344CB8AC3E}">
        <p14:creationId xmlns:p14="http://schemas.microsoft.com/office/powerpoint/2010/main" val="408628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664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6131" y="457200"/>
            <a:ext cx="11023257"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28363"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58393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guide id="6" pos="5151">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With Nav)">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grpSp>
        <p:nvGrpSpPr>
          <p:cNvPr id="4" name="Group 3">
            <a:extLst>
              <a:ext uri="{FF2B5EF4-FFF2-40B4-BE49-F238E27FC236}">
                <a16:creationId xmlns:a16="http://schemas.microsoft.com/office/drawing/2014/main" id="{22ECCBB9-67DE-234C-883B-E1C357892379}"/>
              </a:ext>
            </a:extLst>
          </p:cNvPr>
          <p:cNvGrpSpPr/>
          <p:nvPr userDrawn="1"/>
        </p:nvGrpSpPr>
        <p:grpSpPr>
          <a:xfrm>
            <a:off x="11582996" y="218637"/>
            <a:ext cx="444876" cy="162166"/>
            <a:chOff x="695390" y="1849514"/>
            <a:chExt cx="10353479" cy="3774046"/>
          </a:xfrm>
        </p:grpSpPr>
        <p:sp>
          <p:nvSpPr>
            <p:cNvPr id="5" name="Rounded Rectangle 4">
              <a:extLst>
                <a:ext uri="{FF2B5EF4-FFF2-40B4-BE49-F238E27FC236}">
                  <a16:creationId xmlns:a16="http://schemas.microsoft.com/office/drawing/2014/main" id="{CB88B4E5-7399-CD49-9038-ADEE4835D2DA}"/>
                </a:ext>
              </a:extLst>
            </p:cNvPr>
            <p:cNvSpPr/>
            <p:nvPr/>
          </p:nvSpPr>
          <p:spPr bwMode="auto">
            <a:xfrm>
              <a:off x="7274113" y="1849514"/>
              <a:ext cx="3774756" cy="3774046"/>
            </a:xfrm>
            <a:prstGeom prst="roundRect">
              <a:avLst>
                <a:gd name="adj" fmla="val 50000"/>
              </a:avLst>
            </a:prstGeom>
            <a:solidFill>
              <a:srgbClr val="184E85"/>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400" err="1">
                <a:solidFill>
                  <a:srgbClr val="000000"/>
                </a:solidFill>
                <a:latin typeface="Segoe UI Semibold"/>
                <a:cs typeface="Segoe UI" panose="020B0502040204020203" pitchFamily="34" charset="0"/>
              </a:endParaRPr>
            </a:p>
          </p:txBody>
        </p:sp>
        <p:sp>
          <p:nvSpPr>
            <p:cNvPr id="6" name="Rounded Rectangle 5">
              <a:extLst>
                <a:ext uri="{FF2B5EF4-FFF2-40B4-BE49-F238E27FC236}">
                  <a16:creationId xmlns:a16="http://schemas.microsoft.com/office/drawing/2014/main" id="{D54F8840-0698-8C41-B2F6-285DAE4D1782}"/>
                </a:ext>
              </a:extLst>
            </p:cNvPr>
            <p:cNvSpPr/>
            <p:nvPr/>
          </p:nvSpPr>
          <p:spPr bwMode="auto">
            <a:xfrm>
              <a:off x="3984751" y="1849514"/>
              <a:ext cx="3774756" cy="3774046"/>
            </a:xfrm>
            <a:prstGeom prst="roundRect">
              <a:avLst>
                <a:gd name="adj" fmla="val 50000"/>
              </a:avLst>
            </a:prstGeom>
            <a:solidFill>
              <a:srgbClr val="0078D4"/>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kern="0" err="1">
                <a:solidFill>
                  <a:srgbClr val="000000"/>
                </a:solidFill>
                <a:latin typeface="Segoe UI Semibold"/>
                <a:cs typeface="Segoe UI" panose="020B0502040204020203" pitchFamily="34" charset="0"/>
              </a:endParaRPr>
            </a:p>
          </p:txBody>
        </p:sp>
        <p:sp>
          <p:nvSpPr>
            <p:cNvPr id="7" name="Rounded Rectangle 6">
              <a:extLst>
                <a:ext uri="{FF2B5EF4-FFF2-40B4-BE49-F238E27FC236}">
                  <a16:creationId xmlns:a16="http://schemas.microsoft.com/office/drawing/2014/main" id="{71B82CA3-3BBE-CB46-A398-5B891CF85FA6}"/>
                </a:ext>
              </a:extLst>
            </p:cNvPr>
            <p:cNvSpPr/>
            <p:nvPr/>
          </p:nvSpPr>
          <p:spPr bwMode="auto">
            <a:xfrm>
              <a:off x="695390" y="1849514"/>
              <a:ext cx="3774756" cy="3774046"/>
            </a:xfrm>
            <a:prstGeom prst="roundRect">
              <a:avLst>
                <a:gd name="adj" fmla="val 50000"/>
              </a:avLst>
            </a:prstGeom>
            <a:solidFill>
              <a:srgbClr val="1A9CE2"/>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err="1">
                <a:solidFill>
                  <a:srgbClr val="000000"/>
                </a:solidFill>
                <a:latin typeface="Segoe UI Semibold"/>
                <a:cs typeface="Segoe UI" panose="020B0502040204020203" pitchFamily="34" charset="0"/>
              </a:endParaRPr>
            </a:p>
          </p:txBody>
        </p:sp>
      </p:grpSp>
      <p:sp>
        <p:nvSpPr>
          <p:cNvPr id="9" name="Rectangle 8">
            <a:hlinkClick r:id="" action="ppaction://noaction"/>
            <a:extLst>
              <a:ext uri="{FF2B5EF4-FFF2-40B4-BE49-F238E27FC236}">
                <a16:creationId xmlns:a16="http://schemas.microsoft.com/office/drawing/2014/main" id="{946C478C-2B4E-DD4C-BC83-9CCC28E4DF5E}"/>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27716244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sp>
        <p:nvSpPr>
          <p:cNvPr id="9" name="Rectangle 8">
            <a:hlinkClick r:id="" action="ppaction://noaction"/>
            <a:extLst>
              <a:ext uri="{FF2B5EF4-FFF2-40B4-BE49-F238E27FC236}">
                <a16:creationId xmlns:a16="http://schemas.microsoft.com/office/drawing/2014/main" id="{946C478C-2B4E-DD4C-BC83-9CCC28E4DF5E}"/>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5097131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 Center">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sp>
        <p:nvSpPr>
          <p:cNvPr id="6" name="Text Placeholder 5">
            <a:extLst>
              <a:ext uri="{FF2B5EF4-FFF2-40B4-BE49-F238E27FC236}">
                <a16:creationId xmlns:a16="http://schemas.microsoft.com/office/drawing/2014/main" id="{DA02F9E5-CB62-924A-BFA5-F90E7D6ED364}"/>
              </a:ext>
            </a:extLst>
          </p:cNvPr>
          <p:cNvSpPr>
            <a:spLocks noGrp="1"/>
          </p:cNvSpPr>
          <p:nvPr>
            <p:ph type="body" sz="quarter" idx="10"/>
          </p:nvPr>
        </p:nvSpPr>
        <p:spPr>
          <a:xfrm>
            <a:off x="587375" y="1286559"/>
            <a:ext cx="11087100"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250816685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 Center (Simplified)">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sp>
        <p:nvSpPr>
          <p:cNvPr id="6" name="Text Placeholder 5">
            <a:extLst>
              <a:ext uri="{FF2B5EF4-FFF2-40B4-BE49-F238E27FC236}">
                <a16:creationId xmlns:a16="http://schemas.microsoft.com/office/drawing/2014/main" id="{DA02F9E5-CB62-924A-BFA5-F90E7D6ED364}"/>
              </a:ext>
            </a:extLst>
          </p:cNvPr>
          <p:cNvSpPr>
            <a:spLocks noGrp="1"/>
          </p:cNvSpPr>
          <p:nvPr>
            <p:ph type="body" sz="quarter" idx="10"/>
          </p:nvPr>
        </p:nvSpPr>
        <p:spPr>
          <a:xfrm>
            <a:off x="582614" y="1209211"/>
            <a:ext cx="11026772" cy="307777"/>
          </a:xfrm>
        </p:spPr>
        <p:txBody>
          <a:bodyPr/>
          <a:lstStyle>
            <a:lvl1pPr marL="0" indent="0" algn="ctr">
              <a:buNone/>
              <a:defRPr sz="2000">
                <a:solidFill>
                  <a:schemeClr val="tx1"/>
                </a:solidFill>
                <a:latin typeface="+mn-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11015210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Low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8" name="Text Placeholder 5">
            <a:extLst>
              <a:ext uri="{FF2B5EF4-FFF2-40B4-BE49-F238E27FC236}">
                <a16:creationId xmlns:a16="http://schemas.microsoft.com/office/drawing/2014/main" id="{14C12FDB-0D1D-2D4E-92AD-F6E526CCE019}"/>
              </a:ext>
            </a:extLst>
          </p:cNvPr>
          <p:cNvSpPr>
            <a:spLocks noGrp="1"/>
          </p:cNvSpPr>
          <p:nvPr>
            <p:ph type="body" sz="quarter" idx="10"/>
          </p:nvPr>
        </p:nvSpPr>
        <p:spPr>
          <a:xfrm>
            <a:off x="587375" y="1375268"/>
            <a:ext cx="11087100"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413964384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and Subtitle - Center">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2830290"/>
            <a:ext cx="11026774" cy="553998"/>
          </a:xfrm>
        </p:spPr>
        <p:txBody>
          <a:bodyPr/>
          <a:lstStyle>
            <a:lvl1pPr algn="l">
              <a:defRPr/>
            </a:lvl1pPr>
          </a:lstStyle>
          <a:p>
            <a:r>
              <a:rPr lang="en-US"/>
              <a:t>Click to edit Master title style</a:t>
            </a:r>
          </a:p>
        </p:txBody>
      </p:sp>
      <p:sp>
        <p:nvSpPr>
          <p:cNvPr id="6" name="Text Placeholder 5">
            <a:extLst>
              <a:ext uri="{FF2B5EF4-FFF2-40B4-BE49-F238E27FC236}">
                <a16:creationId xmlns:a16="http://schemas.microsoft.com/office/drawing/2014/main" id="{DA02F9E5-CB62-924A-BFA5-F90E7D6ED364}"/>
              </a:ext>
            </a:extLst>
          </p:cNvPr>
          <p:cNvSpPr>
            <a:spLocks noGrp="1"/>
          </p:cNvSpPr>
          <p:nvPr>
            <p:ph type="body" sz="quarter" idx="10"/>
          </p:nvPr>
        </p:nvSpPr>
        <p:spPr>
          <a:xfrm>
            <a:off x="587375" y="3496359"/>
            <a:ext cx="11087100" cy="430887"/>
          </a:xfrm>
        </p:spPr>
        <p:txBody>
          <a:bodyPr/>
          <a:lstStyle>
            <a:lvl1pPr marL="0" indent="0" algn="l">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257239649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4042932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with Header">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Rectangle 2">
            <a:extLst>
              <a:ext uri="{FF2B5EF4-FFF2-40B4-BE49-F238E27FC236}">
                <a16:creationId xmlns:a16="http://schemas.microsoft.com/office/drawing/2014/main" id="{8C5DECA4-675D-BE4F-9BD3-3887B5DA1E29}"/>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74121797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Graphic">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Tree>
    <p:extLst>
      <p:ext uri="{BB962C8B-B14F-4D97-AF65-F5344CB8AC3E}">
        <p14:creationId xmlns:p14="http://schemas.microsoft.com/office/powerpoint/2010/main" val="4653066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with Graphic and 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
        <p:nvSpPr>
          <p:cNvPr id="2" name="Title 1">
            <a:extLst>
              <a:ext uri="{FF2B5EF4-FFF2-40B4-BE49-F238E27FC236}">
                <a16:creationId xmlns:a16="http://schemas.microsoft.com/office/drawing/2014/main" id="{452C0352-8233-D544-847E-3F85BD04D86D}"/>
              </a:ext>
            </a:extLst>
          </p:cNvPr>
          <p:cNvSpPr>
            <a:spLocks noGrp="1"/>
          </p:cNvSpPr>
          <p:nvPr>
            <p:ph type="title"/>
          </p:nvPr>
        </p:nvSpPr>
        <p:spPr>
          <a:xfrm>
            <a:off x="582613" y="457200"/>
            <a:ext cx="11026776" cy="553998"/>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336960043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phic with Header">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
        <p:nvSpPr>
          <p:cNvPr id="42" name="Rectangle 41">
            <a:extLst>
              <a:ext uri="{FF2B5EF4-FFF2-40B4-BE49-F238E27FC236}">
                <a16:creationId xmlns:a16="http://schemas.microsoft.com/office/drawing/2014/main" id="{16D7AF3C-40B6-4E48-B501-8EAC2E9A5E4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27499494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ic with Nav">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BE06E01-33DF-9A43-A0C6-F9441D3E5C5F}"/>
              </a:ext>
            </a:extLst>
          </p:cNvPr>
          <p:cNvSpPr/>
          <p:nvPr userDrawn="1"/>
        </p:nvSpPr>
        <p:spPr bwMode="auto">
          <a:xfrm>
            <a:off x="152400" y="15240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
        <p:nvSpPr>
          <p:cNvPr id="42" name="Rectangle 41">
            <a:extLst>
              <a:ext uri="{FF2B5EF4-FFF2-40B4-BE49-F238E27FC236}">
                <a16:creationId xmlns:a16="http://schemas.microsoft.com/office/drawing/2014/main" id="{16D7AF3C-40B6-4E48-B501-8EAC2E9A5E4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93F52E6B-8B53-3244-97D2-5C28480A9830}"/>
              </a:ext>
            </a:extLst>
          </p:cNvPr>
          <p:cNvGrpSpPr/>
          <p:nvPr userDrawn="1"/>
        </p:nvGrpSpPr>
        <p:grpSpPr>
          <a:xfrm>
            <a:off x="11582996" y="218637"/>
            <a:ext cx="444876" cy="162166"/>
            <a:chOff x="695390" y="1849514"/>
            <a:chExt cx="10353479" cy="3774046"/>
          </a:xfrm>
        </p:grpSpPr>
        <p:sp>
          <p:nvSpPr>
            <p:cNvPr id="7" name="Rounded Rectangle 6">
              <a:extLst>
                <a:ext uri="{FF2B5EF4-FFF2-40B4-BE49-F238E27FC236}">
                  <a16:creationId xmlns:a16="http://schemas.microsoft.com/office/drawing/2014/main" id="{B770D70C-3673-E547-AED2-0FA6167F2ADF}"/>
                </a:ext>
              </a:extLst>
            </p:cNvPr>
            <p:cNvSpPr/>
            <p:nvPr/>
          </p:nvSpPr>
          <p:spPr bwMode="auto">
            <a:xfrm>
              <a:off x="7274113" y="1849514"/>
              <a:ext cx="3774756" cy="3774046"/>
            </a:xfrm>
            <a:prstGeom prst="roundRect">
              <a:avLst>
                <a:gd name="adj" fmla="val 50000"/>
              </a:avLst>
            </a:prstGeom>
            <a:solidFill>
              <a:srgbClr val="184E85"/>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400" err="1">
                <a:solidFill>
                  <a:srgbClr val="000000"/>
                </a:solidFill>
                <a:latin typeface="Segoe UI Semibold"/>
                <a:cs typeface="Segoe UI" panose="020B0502040204020203" pitchFamily="34" charset="0"/>
              </a:endParaRPr>
            </a:p>
          </p:txBody>
        </p:sp>
        <p:sp>
          <p:nvSpPr>
            <p:cNvPr id="8" name="Rounded Rectangle 7">
              <a:extLst>
                <a:ext uri="{FF2B5EF4-FFF2-40B4-BE49-F238E27FC236}">
                  <a16:creationId xmlns:a16="http://schemas.microsoft.com/office/drawing/2014/main" id="{8238AA11-5566-BC4F-BB3E-EADDE2C05860}"/>
                </a:ext>
              </a:extLst>
            </p:cNvPr>
            <p:cNvSpPr/>
            <p:nvPr/>
          </p:nvSpPr>
          <p:spPr bwMode="auto">
            <a:xfrm>
              <a:off x="3984751" y="1849514"/>
              <a:ext cx="3774756" cy="3774046"/>
            </a:xfrm>
            <a:prstGeom prst="roundRect">
              <a:avLst>
                <a:gd name="adj" fmla="val 50000"/>
              </a:avLst>
            </a:prstGeom>
            <a:solidFill>
              <a:srgbClr val="0078D4"/>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kern="0" err="1">
                <a:solidFill>
                  <a:srgbClr val="000000"/>
                </a:solidFill>
                <a:latin typeface="Segoe UI Semibold"/>
                <a:cs typeface="Segoe UI" panose="020B0502040204020203" pitchFamily="34" charset="0"/>
              </a:endParaRPr>
            </a:p>
          </p:txBody>
        </p:sp>
        <p:sp>
          <p:nvSpPr>
            <p:cNvPr id="9" name="Rounded Rectangle 8">
              <a:extLst>
                <a:ext uri="{FF2B5EF4-FFF2-40B4-BE49-F238E27FC236}">
                  <a16:creationId xmlns:a16="http://schemas.microsoft.com/office/drawing/2014/main" id="{858ADC76-8554-FB48-9C63-AA037624F7DD}"/>
                </a:ext>
              </a:extLst>
            </p:cNvPr>
            <p:cNvSpPr/>
            <p:nvPr/>
          </p:nvSpPr>
          <p:spPr bwMode="auto">
            <a:xfrm>
              <a:off x="695390" y="1849514"/>
              <a:ext cx="3774756" cy="3774046"/>
            </a:xfrm>
            <a:prstGeom prst="roundRect">
              <a:avLst>
                <a:gd name="adj" fmla="val 50000"/>
              </a:avLst>
            </a:prstGeom>
            <a:solidFill>
              <a:srgbClr val="1A9CE2"/>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err="1">
                <a:solidFill>
                  <a:srgbClr val="000000"/>
                </a:solidFill>
                <a:latin typeface="Segoe UI Semibold"/>
                <a:cs typeface="Segoe UI" panose="020B0502040204020203" pitchFamily="34" charset="0"/>
              </a:endParaRPr>
            </a:p>
          </p:txBody>
        </p:sp>
      </p:grpSp>
      <p:sp>
        <p:nvSpPr>
          <p:cNvPr id="10" name="Rectangle 9">
            <a:hlinkClick r:id="" action="ppaction://noaction"/>
            <a:extLst>
              <a:ext uri="{FF2B5EF4-FFF2-40B4-BE49-F238E27FC236}">
                <a16:creationId xmlns:a16="http://schemas.microsoft.com/office/drawing/2014/main" id="{DCB5D78B-11C4-0D46-93FA-F5436584828D}"/>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17526223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Individual: PPT for data (GI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D9B75F6-93F7-4F48-A65D-49EB27DD1E07}"/>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5" name="Picture 24">
            <a:extLst>
              <a:ext uri="{FF2B5EF4-FFF2-40B4-BE49-F238E27FC236}">
                <a16:creationId xmlns:a16="http://schemas.microsoft.com/office/drawing/2014/main" id="{43EF5FA1-2857-414F-9A50-0584822C55A8}"/>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a:solidFill>
            <a:schemeClr val="tx1"/>
          </a:solidFill>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1717766"/>
            <a:ext cx="2831146" cy="1485287"/>
          </a:xfrm>
        </p:spPr>
        <p:txBody>
          <a:bodyPr anchor="b"/>
          <a:lstStyle>
            <a:lvl1pPr algn="l">
              <a:defRPr sz="2800"/>
            </a:lvl1pPr>
          </a:lstStyle>
          <a:p>
            <a:r>
              <a:rPr lang="en-US"/>
              <a:t>Click to edit Master title style</a:t>
            </a:r>
          </a:p>
        </p:txBody>
      </p:sp>
      <p:sp>
        <p:nvSpPr>
          <p:cNvPr id="21" name="Text Placeholder 5">
            <a:extLst>
              <a:ext uri="{FF2B5EF4-FFF2-40B4-BE49-F238E27FC236}">
                <a16:creationId xmlns:a16="http://schemas.microsoft.com/office/drawing/2014/main" id="{664720FE-10AB-4C4C-8C0A-0EDF010B36EA}"/>
              </a:ext>
            </a:extLst>
          </p:cNvPr>
          <p:cNvSpPr>
            <a:spLocks noGrp="1"/>
          </p:cNvSpPr>
          <p:nvPr userDrawn="1">
            <p:ph type="body" sz="quarter" idx="11"/>
          </p:nvPr>
        </p:nvSpPr>
        <p:spPr>
          <a:xfrm>
            <a:off x="587376" y="3354291"/>
            <a:ext cx="2820366" cy="615553"/>
          </a:xfrm>
        </p:spPr>
        <p:txBody>
          <a:bodyPr/>
          <a:lstStyle>
            <a:lvl1pPr marL="0" indent="0" algn="l">
              <a:spcBef>
                <a:spcPts val="1080"/>
              </a:spcBef>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2" name="Picture Placeholder 9">
            <a:extLst>
              <a:ext uri="{FF2B5EF4-FFF2-40B4-BE49-F238E27FC236}">
                <a16:creationId xmlns:a16="http://schemas.microsoft.com/office/drawing/2014/main" id="{6500F9A9-40CB-A748-9302-235ED5A5B2C0}"/>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46602298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ndividual: PPT for data (GIF)">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6048EBB-F766-B247-91B0-286BA98DD0FA}"/>
              </a:ext>
            </a:extLst>
          </p:cNvPr>
          <p:cNvSpPr/>
          <p:nvPr userDrawn="1"/>
        </p:nvSpPr>
        <p:spPr bwMode="auto">
          <a:xfrm>
            <a:off x="4030133" y="1439333"/>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F60E942E-C499-3441-A72D-8F3354617E39}"/>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5" name="Picture 24">
            <a:extLst>
              <a:ext uri="{FF2B5EF4-FFF2-40B4-BE49-F238E27FC236}">
                <a16:creationId xmlns:a16="http://schemas.microsoft.com/office/drawing/2014/main" id="{43EF5FA1-2857-414F-9A50-0584822C55A8}"/>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a:solidFill>
            <a:schemeClr val="tx1"/>
          </a:solidFill>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272937"/>
            <a:ext cx="2831146" cy="1485287"/>
          </a:xfrm>
        </p:spPr>
        <p:txBody>
          <a:bodyPr anchor="b"/>
          <a:lstStyle>
            <a:lvl1pPr algn="l">
              <a:defRPr sz="2800"/>
            </a:lvl1pPr>
          </a:lstStyle>
          <a:p>
            <a:r>
              <a:rPr lang="en-US"/>
              <a:t>Click to edit Master title style</a:t>
            </a:r>
          </a:p>
        </p:txBody>
      </p:sp>
      <p:sp>
        <p:nvSpPr>
          <p:cNvPr id="21" name="Text Placeholder 5">
            <a:extLst>
              <a:ext uri="{FF2B5EF4-FFF2-40B4-BE49-F238E27FC236}">
                <a16:creationId xmlns:a16="http://schemas.microsoft.com/office/drawing/2014/main" id="{664720FE-10AB-4C4C-8C0A-0EDF010B36EA}"/>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2" name="Picture Placeholder 9">
            <a:extLst>
              <a:ext uri="{FF2B5EF4-FFF2-40B4-BE49-F238E27FC236}">
                <a16:creationId xmlns:a16="http://schemas.microsoft.com/office/drawing/2014/main" id="{6500F9A9-40CB-A748-9302-235ED5A5B2C0}"/>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28" name="Rectangle 27">
            <a:extLst>
              <a:ext uri="{FF2B5EF4-FFF2-40B4-BE49-F238E27FC236}">
                <a16:creationId xmlns:a16="http://schemas.microsoft.com/office/drawing/2014/main" id="{96E328B0-C7D6-DE4E-963A-C1051E4487A5}"/>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9" name="Rectangle 28">
            <a:extLst>
              <a:ext uri="{FF2B5EF4-FFF2-40B4-BE49-F238E27FC236}">
                <a16:creationId xmlns:a16="http://schemas.microsoft.com/office/drawing/2014/main" id="{3DB80A3E-F04B-9142-9508-A4637D654E62}"/>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30" name="Group 29">
            <a:extLst>
              <a:ext uri="{FF2B5EF4-FFF2-40B4-BE49-F238E27FC236}">
                <a16:creationId xmlns:a16="http://schemas.microsoft.com/office/drawing/2014/main" id="{F0740B1A-B0ED-5549-92B3-524ABCE242A8}"/>
              </a:ext>
            </a:extLst>
          </p:cNvPr>
          <p:cNvGrpSpPr/>
          <p:nvPr userDrawn="1"/>
        </p:nvGrpSpPr>
        <p:grpSpPr>
          <a:xfrm>
            <a:off x="293688" y="157289"/>
            <a:ext cx="1352934" cy="298474"/>
            <a:chOff x="433059" y="157289"/>
            <a:chExt cx="1352934" cy="298474"/>
          </a:xfrm>
        </p:grpSpPr>
        <p:sp>
          <p:nvSpPr>
            <p:cNvPr id="31" name="Title 2">
              <a:extLst>
                <a:ext uri="{FF2B5EF4-FFF2-40B4-BE49-F238E27FC236}">
                  <a16:creationId xmlns:a16="http://schemas.microsoft.com/office/drawing/2014/main" id="{286240F5-DEB1-E44B-9C07-ACCD0CC82A73}"/>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32" name="TextBox 31">
              <a:extLst>
                <a:ext uri="{FF2B5EF4-FFF2-40B4-BE49-F238E27FC236}">
                  <a16:creationId xmlns:a16="http://schemas.microsoft.com/office/drawing/2014/main" id="{08D09AB8-916F-B643-A779-0DA9CFE17774}"/>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10323655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ndividual: PPT for data">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8" name="Rectangle 17">
            <a:extLst>
              <a:ext uri="{FF2B5EF4-FFF2-40B4-BE49-F238E27FC236}">
                <a16:creationId xmlns:a16="http://schemas.microsoft.com/office/drawing/2014/main" id="{0A0CE55F-C280-CB4B-B97F-21E0A248DEE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9" name="Group 18">
            <a:extLst>
              <a:ext uri="{FF2B5EF4-FFF2-40B4-BE49-F238E27FC236}">
                <a16:creationId xmlns:a16="http://schemas.microsoft.com/office/drawing/2014/main" id="{BBFC6B0D-FE5C-B947-8E51-9842DDBE434A}"/>
              </a:ext>
            </a:extLst>
          </p:cNvPr>
          <p:cNvGrpSpPr/>
          <p:nvPr userDrawn="1"/>
        </p:nvGrpSpPr>
        <p:grpSpPr>
          <a:xfrm>
            <a:off x="164128" y="157289"/>
            <a:ext cx="1793315" cy="304438"/>
            <a:chOff x="164128" y="157289"/>
            <a:chExt cx="1793315" cy="304438"/>
          </a:xfrm>
        </p:grpSpPr>
        <p:sp>
          <p:nvSpPr>
            <p:cNvPr id="20" name="Freeform 19">
              <a:extLst>
                <a:ext uri="{FF2B5EF4-FFF2-40B4-BE49-F238E27FC236}">
                  <a16:creationId xmlns:a16="http://schemas.microsoft.com/office/drawing/2014/main" id="{0566DC34-F0B2-694D-9AF7-83B9B1577F9B}"/>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E440519A-C2E2-964B-9195-BCF532CCBC2F}"/>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accent6"/>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FD3B1EEC-DE33-7B4D-A05E-8564E1E5D42C}"/>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accent6"/>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3" name="Rounded Rectangle 22">
              <a:extLst>
                <a:ext uri="{FF2B5EF4-FFF2-40B4-BE49-F238E27FC236}">
                  <a16:creationId xmlns:a16="http://schemas.microsoft.com/office/drawing/2014/main" id="{F5767A10-074E-8D40-813C-C06AA4E7118E}"/>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24" name="Title 2">
              <a:extLst>
                <a:ext uri="{FF2B5EF4-FFF2-40B4-BE49-F238E27FC236}">
                  <a16:creationId xmlns:a16="http://schemas.microsoft.com/office/drawing/2014/main" id="{56E773F6-361C-044A-94F8-9AE01840E22B}"/>
                </a:ext>
              </a:extLst>
            </p:cNvPr>
            <p:cNvSpPr txBox="1">
              <a:spLocks/>
            </p:cNvSpPr>
            <p:nvPr/>
          </p:nvSpPr>
          <p:spPr>
            <a:xfrm>
              <a:off x="604509" y="157289"/>
              <a:ext cx="135293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individual</a:t>
              </a:r>
            </a:p>
          </p:txBody>
        </p:sp>
        <p:sp>
          <p:nvSpPr>
            <p:cNvPr id="25" name="TextBox 24">
              <a:extLst>
                <a:ext uri="{FF2B5EF4-FFF2-40B4-BE49-F238E27FC236}">
                  <a16:creationId xmlns:a16="http://schemas.microsoft.com/office/drawing/2014/main" id="{1E8B4E66-C59E-9242-A05A-E42AB085DFC1}"/>
                </a:ext>
              </a:extLst>
            </p:cNvPr>
            <p:cNvSpPr txBox="1"/>
            <p:nvPr/>
          </p:nvSpPr>
          <p:spPr>
            <a:xfrm>
              <a:off x="604509" y="286486"/>
              <a:ext cx="1285608"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PowerPoint for data</a:t>
              </a:r>
            </a:p>
          </p:txBody>
        </p:sp>
      </p:grpSp>
      <p:sp>
        <p:nvSpPr>
          <p:cNvPr id="26" name="Rectangle 25">
            <a:hlinkClick r:id="" action="ppaction://noaction"/>
            <a:extLst>
              <a:ext uri="{FF2B5EF4-FFF2-40B4-BE49-F238E27FC236}">
                <a16:creationId xmlns:a16="http://schemas.microsoft.com/office/drawing/2014/main" id="{CBF3025E-1A7D-BF4B-B15C-ADA183AC57C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425984725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ndividual: Augmented analytics (GI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63461625-D20F-7A4A-9D4D-004C56AF6069}"/>
              </a:ext>
            </a:extLst>
          </p:cNvPr>
          <p:cNvGrpSpPr/>
          <p:nvPr userDrawn="1"/>
        </p:nvGrpSpPr>
        <p:grpSpPr>
          <a:xfrm>
            <a:off x="164128" y="157289"/>
            <a:ext cx="1793315" cy="304438"/>
            <a:chOff x="164128" y="157289"/>
            <a:chExt cx="1793315" cy="304438"/>
          </a:xfrm>
        </p:grpSpPr>
        <p:sp>
          <p:nvSpPr>
            <p:cNvPr id="11" name="Freeform 10">
              <a:extLst>
                <a:ext uri="{FF2B5EF4-FFF2-40B4-BE49-F238E27FC236}">
                  <a16:creationId xmlns:a16="http://schemas.microsoft.com/office/drawing/2014/main" id="{4E9E07C5-B71C-1F43-AC4D-685F907056A0}"/>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2" name="Freeform 11">
              <a:extLst>
                <a:ext uri="{FF2B5EF4-FFF2-40B4-BE49-F238E27FC236}">
                  <a16:creationId xmlns:a16="http://schemas.microsoft.com/office/drawing/2014/main" id="{A1D376ED-2D1A-F142-990F-EBAB315B62B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3" name="Freeform 12">
              <a:extLst>
                <a:ext uri="{FF2B5EF4-FFF2-40B4-BE49-F238E27FC236}">
                  <a16:creationId xmlns:a16="http://schemas.microsoft.com/office/drawing/2014/main" id="{FB484B68-2E25-A04D-A216-0D7B3E91835F}"/>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35293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individual</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346522"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Augmented analytics</a:t>
              </a:r>
            </a:p>
          </p:txBody>
        </p:sp>
      </p:gr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5" y="1716780"/>
            <a:ext cx="2831146" cy="2041444"/>
          </a:xfrm>
        </p:spPr>
        <p:txBody>
          <a:bodyPr anchor="b"/>
          <a:lstStyle>
            <a:lvl1pPr algn="l">
              <a:defRPr sz="2800"/>
            </a:lvl1pPr>
          </a:lstStyle>
          <a:p>
            <a:r>
              <a:rPr lang="en-US"/>
              <a:t>Click to edit Master title style</a:t>
            </a:r>
          </a:p>
        </p:txBody>
      </p:sp>
      <p:sp>
        <p:nvSpPr>
          <p:cNvPr id="19" name="Rectangle 18">
            <a:hlinkClick r:id="" action="ppaction://noaction"/>
            <a:extLst>
              <a:ext uri="{FF2B5EF4-FFF2-40B4-BE49-F238E27FC236}">
                <a16:creationId xmlns:a16="http://schemas.microsoft.com/office/drawing/2014/main" id="{939D6BE1-06CD-4047-A78C-8967A53A4F8B}"/>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A49C6D0F-3D98-CC4B-9B52-C7D9B9426F64}"/>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2" name="Picture 21">
            <a:extLst>
              <a:ext uri="{FF2B5EF4-FFF2-40B4-BE49-F238E27FC236}">
                <a16:creationId xmlns:a16="http://schemas.microsoft.com/office/drawing/2014/main" id="{F88B7607-7EE5-C649-8399-C9F6E42CBB90}"/>
              </a:ext>
            </a:extLst>
          </p:cNvPr>
          <p:cNvPicPr>
            <a:picLocks noChangeAspect="1"/>
          </p:cNvPicPr>
          <p:nvPr userDrawn="1"/>
        </p:nvPicPr>
        <p:blipFill>
          <a:blip r:embed="rId3"/>
          <a:stretch>
            <a:fillRect/>
          </a:stretch>
        </p:blipFill>
        <p:spPr>
          <a:xfrm>
            <a:off x="3378926" y="717827"/>
            <a:ext cx="8722040" cy="5611179"/>
          </a:xfrm>
          <a:prstGeom prst="rect">
            <a:avLst/>
          </a:prstGeom>
        </p:spPr>
      </p:pic>
      <p:sp>
        <p:nvSpPr>
          <p:cNvPr id="24" name="Text Placeholder 5">
            <a:extLst>
              <a:ext uri="{FF2B5EF4-FFF2-40B4-BE49-F238E27FC236}">
                <a16:creationId xmlns:a16="http://schemas.microsoft.com/office/drawing/2014/main" id="{B82A3978-F824-B545-BE74-B2C10DD5E005}"/>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5" name="Picture Placeholder 9">
            <a:extLst>
              <a:ext uri="{FF2B5EF4-FFF2-40B4-BE49-F238E27FC236}">
                <a16:creationId xmlns:a16="http://schemas.microsoft.com/office/drawing/2014/main" id="{173398F4-01E1-384A-9E3C-69660A4313DF}"/>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157283332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ndividual: Augmented analytics">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8" name="Rectangle 17">
            <a:hlinkClick r:id="" action="ppaction://noaction"/>
            <a:extLst>
              <a:ext uri="{FF2B5EF4-FFF2-40B4-BE49-F238E27FC236}">
                <a16:creationId xmlns:a16="http://schemas.microsoft.com/office/drawing/2014/main" id="{C1AB6F95-B5F2-0745-A330-3FE54C991CA2}"/>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07836859-C7B9-3C41-8057-8C1C824BAE02}"/>
              </a:ext>
            </a:extLst>
          </p:cNvPr>
          <p:cNvSpPr/>
          <p:nvPr userDrawn="1"/>
        </p:nvSpPr>
        <p:spPr bwMode="auto">
          <a:xfrm>
            <a:off x="0" y="166816"/>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14">
            <a:extLst>
              <a:ext uri="{FF2B5EF4-FFF2-40B4-BE49-F238E27FC236}">
                <a16:creationId xmlns:a16="http://schemas.microsoft.com/office/drawing/2014/main" id="{CD8D6CE0-C2C4-4F4F-B5D2-E2F6FC1CC1CB}"/>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15">
            <a:extLst>
              <a:ext uri="{FF2B5EF4-FFF2-40B4-BE49-F238E27FC236}">
                <a16:creationId xmlns:a16="http://schemas.microsoft.com/office/drawing/2014/main" id="{287AFE2D-5DD9-DC49-8BD8-2AD303F46097}"/>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7" name="Group 16">
            <a:extLst>
              <a:ext uri="{FF2B5EF4-FFF2-40B4-BE49-F238E27FC236}">
                <a16:creationId xmlns:a16="http://schemas.microsoft.com/office/drawing/2014/main" id="{6D76D8B3-E77E-264E-9223-95965C078626}"/>
              </a:ext>
            </a:extLst>
          </p:cNvPr>
          <p:cNvGrpSpPr/>
          <p:nvPr userDrawn="1"/>
        </p:nvGrpSpPr>
        <p:grpSpPr>
          <a:xfrm>
            <a:off x="293688" y="157289"/>
            <a:ext cx="1352934" cy="298474"/>
            <a:chOff x="433059" y="157289"/>
            <a:chExt cx="1352934" cy="298474"/>
          </a:xfrm>
        </p:grpSpPr>
        <p:sp>
          <p:nvSpPr>
            <p:cNvPr id="19" name="Title 2">
              <a:extLst>
                <a:ext uri="{FF2B5EF4-FFF2-40B4-BE49-F238E27FC236}">
                  <a16:creationId xmlns:a16="http://schemas.microsoft.com/office/drawing/2014/main" id="{D255413A-2632-FC44-959B-F61B64B3C82E}"/>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20" name="TextBox 19">
              <a:extLst>
                <a:ext uri="{FF2B5EF4-FFF2-40B4-BE49-F238E27FC236}">
                  <a16:creationId xmlns:a16="http://schemas.microsoft.com/office/drawing/2014/main" id="{CD8B9713-519C-1442-99DC-B2DD207C0FB4}"/>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243124115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ndividual: Augmented analytics (Title Left)">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3" y="2875002"/>
            <a:ext cx="4407397" cy="1107996"/>
          </a:xfrm>
        </p:spPr>
        <p:txBody>
          <a:bodyPr anchor="ctr"/>
          <a:lstStyle>
            <a:lvl1pPr algn="l">
              <a:defRPr/>
            </a:lvl1pPr>
          </a:lstStyle>
          <a:p>
            <a:r>
              <a:rPr lang="en-US"/>
              <a:t>Click to edit Master title style</a:t>
            </a:r>
          </a:p>
        </p:txBody>
      </p:sp>
      <p:sp>
        <p:nvSpPr>
          <p:cNvPr id="13" name="Rectangle 12">
            <a:hlinkClick r:id="" action="ppaction://noaction"/>
            <a:extLst>
              <a:ext uri="{FF2B5EF4-FFF2-40B4-BE49-F238E27FC236}">
                <a16:creationId xmlns:a16="http://schemas.microsoft.com/office/drawing/2014/main" id="{CF5BBE0C-223E-0C4A-BEBA-67FCC89ADBC4}"/>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BCD9A895-0652-9542-967F-55EEA4613287}"/>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2AF91BE2-FCDF-AB42-9F02-8FC766D9CD17}"/>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40B58B34-9A7D-A34F-9DD8-4E3716FD9F2A}"/>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2" name="Group 11">
            <a:extLst>
              <a:ext uri="{FF2B5EF4-FFF2-40B4-BE49-F238E27FC236}">
                <a16:creationId xmlns:a16="http://schemas.microsoft.com/office/drawing/2014/main" id="{4331F855-7D89-D14C-9755-EFE70A89A7F5}"/>
              </a:ext>
            </a:extLst>
          </p:cNvPr>
          <p:cNvGrpSpPr/>
          <p:nvPr userDrawn="1"/>
        </p:nvGrpSpPr>
        <p:grpSpPr>
          <a:xfrm>
            <a:off x="293688" y="157289"/>
            <a:ext cx="1352934" cy="298474"/>
            <a:chOff x="433059" y="157289"/>
            <a:chExt cx="1352934" cy="298474"/>
          </a:xfrm>
        </p:grpSpPr>
        <p:sp>
          <p:nvSpPr>
            <p:cNvPr id="17" name="Title 2">
              <a:extLst>
                <a:ext uri="{FF2B5EF4-FFF2-40B4-BE49-F238E27FC236}">
                  <a16:creationId xmlns:a16="http://schemas.microsoft.com/office/drawing/2014/main" id="{F27294D1-23EE-7D46-BBF0-F6031277BF5C}"/>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18" name="TextBox 17">
              <a:extLst>
                <a:ext uri="{FF2B5EF4-FFF2-40B4-BE49-F238E27FC236}">
                  <a16:creationId xmlns:a16="http://schemas.microsoft.com/office/drawing/2014/main" id="{EC10EB76-9FF5-EC4A-9786-63A97BC8018D}"/>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354074672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ndividual: Insights on the move">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7" name="Rectangle 16">
            <a:hlinkClick r:id="" action="ppaction://noaction"/>
            <a:extLst>
              <a:ext uri="{FF2B5EF4-FFF2-40B4-BE49-F238E27FC236}">
                <a16:creationId xmlns:a16="http://schemas.microsoft.com/office/drawing/2014/main" id="{0DF0C6E3-A998-C043-B31E-FB424716D333}"/>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70BA1D38-9930-8044-86EA-E247480DC4F6}"/>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28B0A5F-805B-C149-8C2D-A20A6A633686}"/>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89E96B56-DF46-654A-B782-77E02B3008EE}"/>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2" name="Group 11">
            <a:extLst>
              <a:ext uri="{FF2B5EF4-FFF2-40B4-BE49-F238E27FC236}">
                <a16:creationId xmlns:a16="http://schemas.microsoft.com/office/drawing/2014/main" id="{830B0F5E-FA3B-2647-B9F1-4F6E046E991A}"/>
              </a:ext>
            </a:extLst>
          </p:cNvPr>
          <p:cNvGrpSpPr/>
          <p:nvPr userDrawn="1"/>
        </p:nvGrpSpPr>
        <p:grpSpPr>
          <a:xfrm>
            <a:off x="293688" y="157289"/>
            <a:ext cx="1352934" cy="298474"/>
            <a:chOff x="433059" y="157289"/>
            <a:chExt cx="1352934" cy="298474"/>
          </a:xfrm>
        </p:grpSpPr>
        <p:sp>
          <p:nvSpPr>
            <p:cNvPr id="13" name="Title 2">
              <a:extLst>
                <a:ext uri="{FF2B5EF4-FFF2-40B4-BE49-F238E27FC236}">
                  <a16:creationId xmlns:a16="http://schemas.microsoft.com/office/drawing/2014/main" id="{D58925DA-C1BB-0840-AA16-EE69A29DD318}"/>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14" name="TextBox 13">
              <a:extLst>
                <a:ext uri="{FF2B5EF4-FFF2-40B4-BE49-F238E27FC236}">
                  <a16:creationId xmlns:a16="http://schemas.microsoft.com/office/drawing/2014/main" id="{25283C67-9B10-DB49-913A-FAD7E9E8D127}"/>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424648258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ndividual: Insights on the move (Title Left)">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20" name="Title 2">
            <a:extLst>
              <a:ext uri="{FF2B5EF4-FFF2-40B4-BE49-F238E27FC236}">
                <a16:creationId xmlns:a16="http://schemas.microsoft.com/office/drawing/2014/main" id="{22BAD942-B6C2-964E-897D-D987E43FA38B}"/>
              </a:ext>
            </a:extLst>
          </p:cNvPr>
          <p:cNvSpPr>
            <a:spLocks noGrp="1"/>
          </p:cNvSpPr>
          <p:nvPr>
            <p:ph type="title"/>
          </p:nvPr>
        </p:nvSpPr>
        <p:spPr>
          <a:xfrm>
            <a:off x="582615" y="1716780"/>
            <a:ext cx="2831146" cy="2041444"/>
          </a:xfrm>
        </p:spPr>
        <p:txBody>
          <a:bodyPr anchor="b"/>
          <a:lstStyle>
            <a:lvl1pPr algn="l">
              <a:defRPr sz="2800"/>
            </a:lvl1pPr>
          </a:lstStyle>
          <a:p>
            <a:r>
              <a:rPr lang="en-US"/>
              <a:t>Click to edit Master title style</a:t>
            </a:r>
          </a:p>
        </p:txBody>
      </p:sp>
      <p:sp>
        <p:nvSpPr>
          <p:cNvPr id="21" name="Text Placeholder 5">
            <a:extLst>
              <a:ext uri="{FF2B5EF4-FFF2-40B4-BE49-F238E27FC236}">
                <a16:creationId xmlns:a16="http://schemas.microsoft.com/office/drawing/2014/main" id="{DF0461B8-1601-E343-A49B-7992EA1D27A9}"/>
              </a:ext>
            </a:extLst>
          </p:cNvPr>
          <p:cNvSpPr>
            <a:spLocks noGrp="1"/>
          </p:cNvSpPr>
          <p:nvPr>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Rectangle 33">
            <a:extLst>
              <a:ext uri="{FF2B5EF4-FFF2-40B4-BE49-F238E27FC236}">
                <a16:creationId xmlns:a16="http://schemas.microsoft.com/office/drawing/2014/main" id="{8C0D0DD5-FBC8-ED47-9D70-D794475055B3}"/>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63C43389-A724-EE40-888C-CEB8E5CB4C19}"/>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634851CA-B9B2-834E-89A7-86EEFDE077A0}"/>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2" name="Group 11">
            <a:extLst>
              <a:ext uri="{FF2B5EF4-FFF2-40B4-BE49-F238E27FC236}">
                <a16:creationId xmlns:a16="http://schemas.microsoft.com/office/drawing/2014/main" id="{2EEF4B87-1792-ED4B-8746-D6A1118DC3BE}"/>
              </a:ext>
            </a:extLst>
          </p:cNvPr>
          <p:cNvGrpSpPr/>
          <p:nvPr userDrawn="1"/>
        </p:nvGrpSpPr>
        <p:grpSpPr>
          <a:xfrm>
            <a:off x="293688" y="157289"/>
            <a:ext cx="1352934" cy="298474"/>
            <a:chOff x="433059" y="157289"/>
            <a:chExt cx="1352934" cy="298474"/>
          </a:xfrm>
        </p:grpSpPr>
        <p:sp>
          <p:nvSpPr>
            <p:cNvPr id="13" name="Title 2">
              <a:extLst>
                <a:ext uri="{FF2B5EF4-FFF2-40B4-BE49-F238E27FC236}">
                  <a16:creationId xmlns:a16="http://schemas.microsoft.com/office/drawing/2014/main" id="{D293E590-B8BB-4140-A78E-3DEECE43845E}"/>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14" name="TextBox 13">
              <a:extLst>
                <a:ext uri="{FF2B5EF4-FFF2-40B4-BE49-F238E27FC236}">
                  <a16:creationId xmlns:a16="http://schemas.microsoft.com/office/drawing/2014/main" id="{0FB75013-3AC5-1143-AB96-82429A0C0FAF}"/>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414755955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eam: Productivity (GIF)">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46C022-10CF-3A4A-B7FD-89C302A3D35D}"/>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1" name="Picture 20">
            <a:extLst>
              <a:ext uri="{FF2B5EF4-FFF2-40B4-BE49-F238E27FC236}">
                <a16:creationId xmlns:a16="http://schemas.microsoft.com/office/drawing/2014/main" id="{FEC8ED4B-2DE5-8145-8D21-3A838EA823F7}"/>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343797"/>
            <a:ext cx="2839855" cy="1414427"/>
          </a:xfrm>
        </p:spPr>
        <p:txBody>
          <a:bodyPr anchor="b"/>
          <a:lstStyle>
            <a:lvl1pPr algn="l">
              <a:defRPr sz="2800"/>
            </a:lvl1pPr>
          </a:lstStyle>
          <a:p>
            <a:r>
              <a:rPr lang="en-US"/>
              <a:t>Click to edit Master title style</a:t>
            </a:r>
          </a:p>
        </p:txBody>
      </p:sp>
      <p:sp>
        <p:nvSpPr>
          <p:cNvPr id="22" name="Text Placeholder 5">
            <a:extLst>
              <a:ext uri="{FF2B5EF4-FFF2-40B4-BE49-F238E27FC236}">
                <a16:creationId xmlns:a16="http://schemas.microsoft.com/office/drawing/2014/main" id="{3FB1DC5C-0508-BA4D-90B6-30E164B7848D}"/>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3" name="Picture Placeholder 9">
            <a:extLst>
              <a:ext uri="{FF2B5EF4-FFF2-40B4-BE49-F238E27FC236}">
                <a16:creationId xmlns:a16="http://schemas.microsoft.com/office/drawing/2014/main" id="{24B40957-4743-D044-ABC0-AFEE4B3A211D}"/>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19" name="Rectangle 18">
            <a:extLst>
              <a:ext uri="{FF2B5EF4-FFF2-40B4-BE49-F238E27FC236}">
                <a16:creationId xmlns:a16="http://schemas.microsoft.com/office/drawing/2014/main" id="{F3868A81-6C2C-5041-B7E1-1C07B434150B}"/>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4" name="Rectangle 23">
            <a:extLst>
              <a:ext uri="{FF2B5EF4-FFF2-40B4-BE49-F238E27FC236}">
                <a16:creationId xmlns:a16="http://schemas.microsoft.com/office/drawing/2014/main" id="{D7C1AD59-E379-3F46-B323-811466794C33}"/>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A569B57F-0FC5-A84E-BDED-FEA6863BB697}"/>
              </a:ext>
            </a:extLst>
          </p:cNvPr>
          <p:cNvGrpSpPr/>
          <p:nvPr userDrawn="1"/>
        </p:nvGrpSpPr>
        <p:grpSpPr>
          <a:xfrm>
            <a:off x="293688" y="157289"/>
            <a:ext cx="1261564" cy="298474"/>
            <a:chOff x="433059" y="157289"/>
            <a:chExt cx="1261564" cy="298474"/>
          </a:xfrm>
        </p:grpSpPr>
        <p:sp>
          <p:nvSpPr>
            <p:cNvPr id="14" name="Title 2">
              <a:extLst>
                <a:ext uri="{FF2B5EF4-FFF2-40B4-BE49-F238E27FC236}">
                  <a16:creationId xmlns:a16="http://schemas.microsoft.com/office/drawing/2014/main" id="{EEB0636D-87E9-F94C-826A-ECD2F903E2E9}"/>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5" name="TextBox 14">
              <a:extLst>
                <a:ext uri="{FF2B5EF4-FFF2-40B4-BE49-F238E27FC236}">
                  <a16:creationId xmlns:a16="http://schemas.microsoft.com/office/drawing/2014/main" id="{928A5030-6264-FF49-B6FF-21A12B237D67}"/>
                </a:ext>
              </a:extLst>
            </p:cNvPr>
            <p:cNvSpPr txBox="1"/>
            <p:nvPr userDrawn="1"/>
          </p:nvSpPr>
          <p:spPr>
            <a:xfrm>
              <a:off x="433059" y="286486"/>
              <a:ext cx="1005083"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Built into Office</a:t>
              </a:r>
            </a:p>
          </p:txBody>
        </p:sp>
      </p:grpSp>
    </p:spTree>
    <p:extLst>
      <p:ext uri="{BB962C8B-B14F-4D97-AF65-F5344CB8AC3E}">
        <p14:creationId xmlns:p14="http://schemas.microsoft.com/office/powerpoint/2010/main" val="383291244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eam: Productivity">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36" name="Rectangle 35">
            <a:extLst>
              <a:ext uri="{FF2B5EF4-FFF2-40B4-BE49-F238E27FC236}">
                <a16:creationId xmlns:a16="http://schemas.microsoft.com/office/drawing/2014/main" id="{8BDA9444-8F10-654B-9C7E-A4F4D08AA0DA}"/>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87E9F203-FD40-7E46-BC5A-8424B9A241E3}"/>
              </a:ext>
            </a:extLst>
          </p:cNvPr>
          <p:cNvGrpSpPr/>
          <p:nvPr userDrawn="1"/>
        </p:nvGrpSpPr>
        <p:grpSpPr>
          <a:xfrm>
            <a:off x="164128" y="157289"/>
            <a:ext cx="1572101" cy="304438"/>
            <a:chOff x="164128" y="157289"/>
            <a:chExt cx="1572101" cy="304438"/>
          </a:xfrm>
        </p:grpSpPr>
        <p:sp>
          <p:nvSpPr>
            <p:cNvPr id="38" name="Freeform 37">
              <a:extLst>
                <a:ext uri="{FF2B5EF4-FFF2-40B4-BE49-F238E27FC236}">
                  <a16:creationId xmlns:a16="http://schemas.microsoft.com/office/drawing/2014/main" id="{21AE30E0-5218-9C45-851E-384DA10D4752}"/>
                </a:ext>
              </a:extLst>
            </p:cNvPr>
            <p:cNvSpPr/>
            <p:nvPr userDrawn="1"/>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39" name="Freeform 38">
              <a:extLst>
                <a:ext uri="{FF2B5EF4-FFF2-40B4-BE49-F238E27FC236}">
                  <a16:creationId xmlns:a16="http://schemas.microsoft.com/office/drawing/2014/main" id="{B27938F8-EF03-0643-A34E-47EFD0D45983}"/>
                </a:ext>
              </a:extLst>
            </p:cNvPr>
            <p:cNvSpPr/>
            <p:nvPr userDrawn="1"/>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40" name="Freeform 39">
              <a:extLst>
                <a:ext uri="{FF2B5EF4-FFF2-40B4-BE49-F238E27FC236}">
                  <a16:creationId xmlns:a16="http://schemas.microsoft.com/office/drawing/2014/main" id="{A9B187DB-46A7-1043-A738-CDC1C4F7CF4D}"/>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41" name="Rounded Rectangle 40">
              <a:extLst>
                <a:ext uri="{FF2B5EF4-FFF2-40B4-BE49-F238E27FC236}">
                  <a16:creationId xmlns:a16="http://schemas.microsoft.com/office/drawing/2014/main" id="{C4901EE1-B334-D341-9AE1-E7F02D330CAF}"/>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42" name="Title 2">
              <a:extLst>
                <a:ext uri="{FF2B5EF4-FFF2-40B4-BE49-F238E27FC236}">
                  <a16:creationId xmlns:a16="http://schemas.microsoft.com/office/drawing/2014/main" id="{9346567C-2CD0-FC4F-B966-03476F1F85C7}"/>
                </a:ext>
              </a:extLst>
            </p:cNvPr>
            <p:cNvSpPr txBox="1">
              <a:spLocks/>
            </p:cNvSpPr>
            <p:nvPr/>
          </p:nvSpPr>
          <p:spPr>
            <a:xfrm>
              <a:off x="604509" y="157289"/>
              <a:ext cx="1131720"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team</a:t>
              </a:r>
            </a:p>
          </p:txBody>
        </p:sp>
        <p:sp>
          <p:nvSpPr>
            <p:cNvPr id="43" name="TextBox 42">
              <a:extLst>
                <a:ext uri="{FF2B5EF4-FFF2-40B4-BE49-F238E27FC236}">
                  <a16:creationId xmlns:a16="http://schemas.microsoft.com/office/drawing/2014/main" id="{33A3B67F-3825-324F-90C2-1A774DCF77F8}"/>
                </a:ext>
              </a:extLst>
            </p:cNvPr>
            <p:cNvSpPr txBox="1"/>
            <p:nvPr/>
          </p:nvSpPr>
          <p:spPr>
            <a:xfrm>
              <a:off x="604509" y="286486"/>
              <a:ext cx="772647"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Productivity</a:t>
              </a:r>
            </a:p>
          </p:txBody>
        </p:sp>
      </p:grpSp>
      <p:sp>
        <p:nvSpPr>
          <p:cNvPr id="44" name="Rectangle 43">
            <a:hlinkClick r:id="" action="ppaction://noaction"/>
            <a:extLst>
              <a:ext uri="{FF2B5EF4-FFF2-40B4-BE49-F238E27FC236}">
                <a16:creationId xmlns:a16="http://schemas.microsoft.com/office/drawing/2014/main" id="{95DDBD0B-DB63-FD43-91CA-D57FD6F4DBE4}"/>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Rectangle 16">
            <a:hlinkClick r:id="" action="ppaction://noaction"/>
            <a:extLst>
              <a:ext uri="{FF2B5EF4-FFF2-40B4-BE49-F238E27FC236}">
                <a16:creationId xmlns:a16="http://schemas.microsoft.com/office/drawing/2014/main" id="{33A372C3-A621-5348-A03A-0A3F62BF7015}"/>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39174155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eam: Productivity (Title + Subtitle)">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7664" cy="553998"/>
          </a:xfrm>
        </p:spPr>
        <p:txBody>
          <a:bodyPr/>
          <a:lstStyle>
            <a:lvl1pPr algn="ctr">
              <a:defRPr/>
            </a:lvl1pPr>
          </a:lstStyle>
          <a:p>
            <a:r>
              <a:rPr lang="en-US"/>
              <a:t>Click to edit Master title style</a:t>
            </a:r>
          </a:p>
        </p:txBody>
      </p:sp>
      <p:sp>
        <p:nvSpPr>
          <p:cNvPr id="18" name="Text Placeholder 5">
            <a:extLst>
              <a:ext uri="{FF2B5EF4-FFF2-40B4-BE49-F238E27FC236}">
                <a16:creationId xmlns:a16="http://schemas.microsoft.com/office/drawing/2014/main" id="{14C12FDB-0D1D-2D4E-92AD-F6E526CCE019}"/>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17" name="Rectangle 16">
            <a:extLst>
              <a:ext uri="{FF2B5EF4-FFF2-40B4-BE49-F238E27FC236}">
                <a16:creationId xmlns:a16="http://schemas.microsoft.com/office/drawing/2014/main" id="{7EFA4696-EF14-994C-8C0D-8629ECE10249}"/>
              </a:ext>
            </a:extLst>
          </p:cNvPr>
          <p:cNvSpPr/>
          <p:nvPr userDrawn="1"/>
        </p:nvSpPr>
        <p:spPr bwMode="auto">
          <a:xfrm>
            <a:off x="0" y="1597"/>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9" name="Group 18">
            <a:extLst>
              <a:ext uri="{FF2B5EF4-FFF2-40B4-BE49-F238E27FC236}">
                <a16:creationId xmlns:a16="http://schemas.microsoft.com/office/drawing/2014/main" id="{CDD52FB8-0430-D248-9052-DC7F71ACD71B}"/>
              </a:ext>
            </a:extLst>
          </p:cNvPr>
          <p:cNvGrpSpPr/>
          <p:nvPr userDrawn="1"/>
        </p:nvGrpSpPr>
        <p:grpSpPr>
          <a:xfrm>
            <a:off x="164128" y="158886"/>
            <a:ext cx="1572101" cy="304438"/>
            <a:chOff x="164128" y="157289"/>
            <a:chExt cx="1572101" cy="304438"/>
          </a:xfrm>
        </p:grpSpPr>
        <p:sp>
          <p:nvSpPr>
            <p:cNvPr id="21" name="Freeform 20">
              <a:extLst>
                <a:ext uri="{FF2B5EF4-FFF2-40B4-BE49-F238E27FC236}">
                  <a16:creationId xmlns:a16="http://schemas.microsoft.com/office/drawing/2014/main" id="{5728F628-351F-DF43-BFEA-3EC489BF6251}"/>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4710783E-F277-FB43-B8A6-42736956F25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DBBB85C3-1B5D-1242-92B3-B938D338DDE6}"/>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4" name="Rounded Rectangle 23">
              <a:extLst>
                <a:ext uri="{FF2B5EF4-FFF2-40B4-BE49-F238E27FC236}">
                  <a16:creationId xmlns:a16="http://schemas.microsoft.com/office/drawing/2014/main" id="{5DCF3E94-0AFA-1744-9BBE-5B8ECE8872A4}"/>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25" name="Title 2">
              <a:extLst>
                <a:ext uri="{FF2B5EF4-FFF2-40B4-BE49-F238E27FC236}">
                  <a16:creationId xmlns:a16="http://schemas.microsoft.com/office/drawing/2014/main" id="{5EE2A01B-47D3-2547-9C80-C28FDC805E1D}"/>
                </a:ext>
              </a:extLst>
            </p:cNvPr>
            <p:cNvSpPr txBox="1">
              <a:spLocks/>
            </p:cNvSpPr>
            <p:nvPr/>
          </p:nvSpPr>
          <p:spPr>
            <a:xfrm>
              <a:off x="604509" y="157289"/>
              <a:ext cx="1131720"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team</a:t>
              </a:r>
            </a:p>
          </p:txBody>
        </p:sp>
        <p:sp>
          <p:nvSpPr>
            <p:cNvPr id="26" name="TextBox 25">
              <a:extLst>
                <a:ext uri="{FF2B5EF4-FFF2-40B4-BE49-F238E27FC236}">
                  <a16:creationId xmlns:a16="http://schemas.microsoft.com/office/drawing/2014/main" id="{BE7979B0-4175-834A-9592-08200DB15CDD}"/>
                </a:ext>
              </a:extLst>
            </p:cNvPr>
            <p:cNvSpPr txBox="1"/>
            <p:nvPr/>
          </p:nvSpPr>
          <p:spPr>
            <a:xfrm>
              <a:off x="604509" y="286486"/>
              <a:ext cx="772647"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Productivity</a:t>
              </a:r>
            </a:p>
          </p:txBody>
        </p:sp>
      </p:grpSp>
      <p:sp>
        <p:nvSpPr>
          <p:cNvPr id="27" name="Rectangle 26">
            <a:hlinkClick r:id="" action="ppaction://noaction"/>
            <a:extLst>
              <a:ext uri="{FF2B5EF4-FFF2-40B4-BE49-F238E27FC236}">
                <a16:creationId xmlns:a16="http://schemas.microsoft.com/office/drawing/2014/main" id="{C9988CA1-BAF9-C04D-BB08-2881BAD6B48A}"/>
              </a:ext>
            </a:extLst>
          </p:cNvPr>
          <p:cNvSpPr/>
          <p:nvPr userDrawn="1"/>
        </p:nvSpPr>
        <p:spPr bwMode="auto">
          <a:xfrm>
            <a:off x="0" y="1597"/>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0" name="Rectangle 19">
            <a:hlinkClick r:id="" action="ppaction://noaction"/>
            <a:extLst>
              <a:ext uri="{FF2B5EF4-FFF2-40B4-BE49-F238E27FC236}">
                <a16:creationId xmlns:a16="http://schemas.microsoft.com/office/drawing/2014/main" id="{44E27974-37DE-4141-B19A-087B3F94DAA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95969152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eam: Action (GIF)">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D677294-A1FE-4F42-91B7-5151788AFDCC}"/>
              </a:ext>
            </a:extLst>
          </p:cNvPr>
          <p:cNvSpPr/>
          <p:nvPr userDrawn="1"/>
        </p:nvSpPr>
        <p:spPr bwMode="auto">
          <a:xfrm>
            <a:off x="4014651" y="1456267"/>
            <a:ext cx="7445829" cy="421301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7" name="Picture 26">
            <a:extLst>
              <a:ext uri="{FF2B5EF4-FFF2-40B4-BE49-F238E27FC236}">
                <a16:creationId xmlns:a16="http://schemas.microsoft.com/office/drawing/2014/main" id="{AE688B2F-B5ED-6E47-B912-A487959973DB}"/>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509260"/>
            <a:ext cx="2839855" cy="1248964"/>
          </a:xfrm>
        </p:spPr>
        <p:txBody>
          <a:bodyPr anchor="b"/>
          <a:lstStyle>
            <a:lvl1pPr algn="l">
              <a:defRPr sz="2800"/>
            </a:lvl1pPr>
          </a:lstStyle>
          <a:p>
            <a:r>
              <a:rPr lang="en-US"/>
              <a:t>Click to edit Master title style</a:t>
            </a:r>
          </a:p>
        </p:txBody>
      </p:sp>
      <p:sp>
        <p:nvSpPr>
          <p:cNvPr id="23" name="Text Placeholder 5">
            <a:extLst>
              <a:ext uri="{FF2B5EF4-FFF2-40B4-BE49-F238E27FC236}">
                <a16:creationId xmlns:a16="http://schemas.microsoft.com/office/drawing/2014/main" id="{3309986B-9024-2644-86D1-33D6057DACB8}"/>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4" name="Picture Placeholder 9">
            <a:extLst>
              <a:ext uri="{FF2B5EF4-FFF2-40B4-BE49-F238E27FC236}">
                <a16:creationId xmlns:a16="http://schemas.microsoft.com/office/drawing/2014/main" id="{2203B53F-2EC9-0945-8FBF-B933716278C5}"/>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13" name="Rectangle 12">
            <a:extLst>
              <a:ext uri="{FF2B5EF4-FFF2-40B4-BE49-F238E27FC236}">
                <a16:creationId xmlns:a16="http://schemas.microsoft.com/office/drawing/2014/main" id="{ABB0BB31-658E-7E43-8E9B-FE02C240257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CB5DF2CB-277B-4A4C-B583-C1293608AF79}"/>
              </a:ext>
            </a:extLst>
          </p:cNvPr>
          <p:cNvGrpSpPr/>
          <p:nvPr userDrawn="1"/>
        </p:nvGrpSpPr>
        <p:grpSpPr>
          <a:xfrm>
            <a:off x="293688" y="157289"/>
            <a:ext cx="1261564" cy="298474"/>
            <a:chOff x="433059" y="157289"/>
            <a:chExt cx="1261564" cy="298474"/>
          </a:xfrm>
        </p:grpSpPr>
        <p:sp>
          <p:nvSpPr>
            <p:cNvPr id="15" name="Title 2">
              <a:extLst>
                <a:ext uri="{FF2B5EF4-FFF2-40B4-BE49-F238E27FC236}">
                  <a16:creationId xmlns:a16="http://schemas.microsoft.com/office/drawing/2014/main" id="{5AE25B72-B187-1740-AEE1-B2E36DD5FE69}"/>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6" name="TextBox 15">
              <a:extLst>
                <a:ext uri="{FF2B5EF4-FFF2-40B4-BE49-F238E27FC236}">
                  <a16:creationId xmlns:a16="http://schemas.microsoft.com/office/drawing/2014/main" id="{7895F6F0-62D0-5B4C-8086-20FF1277C208}"/>
                </a:ext>
              </a:extLst>
            </p:cNvPr>
            <p:cNvSpPr txBox="1"/>
            <p:nvPr userDrawn="1"/>
          </p:nvSpPr>
          <p:spPr>
            <a:xfrm>
              <a:off x="433059" y="286486"/>
              <a:ext cx="1067600"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Insight to Action</a:t>
              </a:r>
            </a:p>
          </p:txBody>
        </p:sp>
      </p:grpSp>
    </p:spTree>
    <p:extLst>
      <p:ext uri="{BB962C8B-B14F-4D97-AF65-F5344CB8AC3E}">
        <p14:creationId xmlns:p14="http://schemas.microsoft.com/office/powerpoint/2010/main" val="3756923558"/>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eams: Action">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9" name="Rectangle 8">
            <a:extLst>
              <a:ext uri="{FF2B5EF4-FFF2-40B4-BE49-F238E27FC236}">
                <a16:creationId xmlns:a16="http://schemas.microsoft.com/office/drawing/2014/main" id="{80AB90AA-28CE-E24D-B077-CD60DE4C994E}"/>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BBB9BCD-362B-3C44-BD30-945A5C472FA3}"/>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1" name="Group 10">
            <a:extLst>
              <a:ext uri="{FF2B5EF4-FFF2-40B4-BE49-F238E27FC236}">
                <a16:creationId xmlns:a16="http://schemas.microsoft.com/office/drawing/2014/main" id="{5649F578-2BED-9743-803A-B9E186824113}"/>
              </a:ext>
            </a:extLst>
          </p:cNvPr>
          <p:cNvGrpSpPr/>
          <p:nvPr userDrawn="1"/>
        </p:nvGrpSpPr>
        <p:grpSpPr>
          <a:xfrm>
            <a:off x="293688" y="157289"/>
            <a:ext cx="1261564" cy="298474"/>
            <a:chOff x="433059" y="157289"/>
            <a:chExt cx="1261564" cy="298474"/>
          </a:xfrm>
        </p:grpSpPr>
        <p:sp>
          <p:nvSpPr>
            <p:cNvPr id="12" name="Title 2">
              <a:extLst>
                <a:ext uri="{FF2B5EF4-FFF2-40B4-BE49-F238E27FC236}">
                  <a16:creationId xmlns:a16="http://schemas.microsoft.com/office/drawing/2014/main" id="{DD650B2A-83A3-AB4E-AD52-B29360F96307}"/>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3" name="TextBox 12">
              <a:extLst>
                <a:ext uri="{FF2B5EF4-FFF2-40B4-BE49-F238E27FC236}">
                  <a16:creationId xmlns:a16="http://schemas.microsoft.com/office/drawing/2014/main" id="{02482F0E-6C06-D34E-AA13-7EB38FA909EF}"/>
                </a:ext>
              </a:extLst>
            </p:cNvPr>
            <p:cNvSpPr txBox="1"/>
            <p:nvPr userDrawn="1"/>
          </p:nvSpPr>
          <p:spPr>
            <a:xfrm>
              <a:off x="433059" y="286486"/>
              <a:ext cx="1067600"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Insight to Action</a:t>
              </a:r>
            </a:p>
          </p:txBody>
        </p:sp>
      </p:grpSp>
    </p:spTree>
    <p:extLst>
      <p:ext uri="{BB962C8B-B14F-4D97-AF65-F5344CB8AC3E}">
        <p14:creationId xmlns:p14="http://schemas.microsoft.com/office/powerpoint/2010/main" val="109283030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eam: Collaboration (GIF)">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1934494"/>
            <a:ext cx="2839855" cy="1823730"/>
          </a:xfrm>
        </p:spPr>
        <p:txBody>
          <a:bodyPr anchor="b"/>
          <a:lstStyle>
            <a:lvl1pPr algn="l">
              <a:defRPr sz="2800"/>
            </a:lvl1pPr>
          </a:lstStyle>
          <a:p>
            <a:r>
              <a:rPr lang="en-US"/>
              <a:t>Click to edit Master title style</a:t>
            </a:r>
          </a:p>
        </p:txBody>
      </p:sp>
      <p:sp>
        <p:nvSpPr>
          <p:cNvPr id="23" name="Rectangle 22">
            <a:extLst>
              <a:ext uri="{FF2B5EF4-FFF2-40B4-BE49-F238E27FC236}">
                <a16:creationId xmlns:a16="http://schemas.microsoft.com/office/drawing/2014/main" id="{1ABB7EA5-0AC8-9C41-A7F0-1FC322909001}"/>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4" name="Picture 23">
            <a:extLst>
              <a:ext uri="{FF2B5EF4-FFF2-40B4-BE49-F238E27FC236}">
                <a16:creationId xmlns:a16="http://schemas.microsoft.com/office/drawing/2014/main" id="{C3679A93-A745-6649-AE64-3137E5FAF65D}"/>
              </a:ext>
            </a:extLst>
          </p:cNvPr>
          <p:cNvPicPr>
            <a:picLocks noChangeAspect="1"/>
          </p:cNvPicPr>
          <p:nvPr userDrawn="1"/>
        </p:nvPicPr>
        <p:blipFill>
          <a:blip r:embed="rId3"/>
          <a:stretch>
            <a:fillRect/>
          </a:stretch>
        </p:blipFill>
        <p:spPr>
          <a:xfrm>
            <a:off x="3378926" y="717827"/>
            <a:ext cx="8722040" cy="5611179"/>
          </a:xfrm>
          <a:prstGeom prst="rect">
            <a:avLst/>
          </a:prstGeom>
        </p:spPr>
      </p:pic>
      <p:sp>
        <p:nvSpPr>
          <p:cNvPr id="25" name="Picture Placeholder 9">
            <a:extLst>
              <a:ext uri="{FF2B5EF4-FFF2-40B4-BE49-F238E27FC236}">
                <a16:creationId xmlns:a16="http://schemas.microsoft.com/office/drawing/2014/main" id="{99A58F40-3C2D-4B46-BE4E-B175053C28D6}"/>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27" name="Text Placeholder 5">
            <a:extLst>
              <a:ext uri="{FF2B5EF4-FFF2-40B4-BE49-F238E27FC236}">
                <a16:creationId xmlns:a16="http://schemas.microsoft.com/office/drawing/2014/main" id="{F7D37F6A-A6CB-9445-A929-0C041FA5B468}"/>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8" name="Rectangle 27">
            <a:hlinkClick r:id="" action="ppaction://noaction"/>
            <a:extLst>
              <a:ext uri="{FF2B5EF4-FFF2-40B4-BE49-F238E27FC236}">
                <a16:creationId xmlns:a16="http://schemas.microsoft.com/office/drawing/2014/main" id="{CFD42F45-7E2A-A44C-8492-FCDDB08A932E}"/>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6C788E10-A86F-4945-B4D1-11F35E98C36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Rectangle 29">
            <a:extLst>
              <a:ext uri="{FF2B5EF4-FFF2-40B4-BE49-F238E27FC236}">
                <a16:creationId xmlns:a16="http://schemas.microsoft.com/office/drawing/2014/main" id="{57236898-EC7A-2E48-8924-FDA64F07C7B0}"/>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117B48A2-175A-C448-9558-351BAF713668}"/>
              </a:ext>
            </a:extLst>
          </p:cNvPr>
          <p:cNvGrpSpPr/>
          <p:nvPr userDrawn="1"/>
        </p:nvGrpSpPr>
        <p:grpSpPr>
          <a:xfrm>
            <a:off x="293688" y="157289"/>
            <a:ext cx="1261564" cy="298474"/>
            <a:chOff x="433059" y="157289"/>
            <a:chExt cx="1261564" cy="298474"/>
          </a:xfrm>
        </p:grpSpPr>
        <p:sp>
          <p:nvSpPr>
            <p:cNvPr id="15" name="Title 2">
              <a:extLst>
                <a:ext uri="{FF2B5EF4-FFF2-40B4-BE49-F238E27FC236}">
                  <a16:creationId xmlns:a16="http://schemas.microsoft.com/office/drawing/2014/main" id="{4716D819-D8C7-8940-A325-778F89F5F257}"/>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6" name="TextBox 15">
              <a:extLst>
                <a:ext uri="{FF2B5EF4-FFF2-40B4-BE49-F238E27FC236}">
                  <a16:creationId xmlns:a16="http://schemas.microsoft.com/office/drawing/2014/main" id="{83DA4521-9DB7-7E4F-91FA-6F773A9F8930}"/>
                </a:ext>
              </a:extLst>
            </p:cNvPr>
            <p:cNvSpPr txBox="1"/>
            <p:nvPr userDrawn="1"/>
          </p:nvSpPr>
          <p:spPr>
            <a:xfrm>
              <a:off x="433059" y="286486"/>
              <a:ext cx="1005083"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Built into Office</a:t>
              </a:r>
            </a:p>
          </p:txBody>
        </p:sp>
      </p:grpSp>
    </p:spTree>
    <p:extLst>
      <p:ext uri="{BB962C8B-B14F-4D97-AF65-F5344CB8AC3E}">
        <p14:creationId xmlns:p14="http://schemas.microsoft.com/office/powerpoint/2010/main" val="695506199"/>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eams: Collabora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63461625-D20F-7A4A-9D4D-004C56AF6069}"/>
              </a:ext>
            </a:extLst>
          </p:cNvPr>
          <p:cNvGrpSpPr/>
          <p:nvPr userDrawn="1"/>
        </p:nvGrpSpPr>
        <p:grpSpPr>
          <a:xfrm>
            <a:off x="164128" y="157289"/>
            <a:ext cx="1572101" cy="304438"/>
            <a:chOff x="164128" y="157289"/>
            <a:chExt cx="1572101" cy="304438"/>
          </a:xfrm>
        </p:grpSpPr>
        <p:sp>
          <p:nvSpPr>
            <p:cNvPr id="11" name="Freeform 10">
              <a:extLst>
                <a:ext uri="{FF2B5EF4-FFF2-40B4-BE49-F238E27FC236}">
                  <a16:creationId xmlns:a16="http://schemas.microsoft.com/office/drawing/2014/main" id="{4E9E07C5-B71C-1F43-AC4D-685F907056A0}"/>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2" name="Freeform 11">
              <a:extLst>
                <a:ext uri="{FF2B5EF4-FFF2-40B4-BE49-F238E27FC236}">
                  <a16:creationId xmlns:a16="http://schemas.microsoft.com/office/drawing/2014/main" id="{A1D376ED-2D1A-F142-990F-EBAB315B62B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3" name="Freeform 12">
              <a:extLst>
                <a:ext uri="{FF2B5EF4-FFF2-40B4-BE49-F238E27FC236}">
                  <a16:creationId xmlns:a16="http://schemas.microsoft.com/office/drawing/2014/main" id="{FB484B68-2E25-A04D-A216-0D7B3E91835F}"/>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131720"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team</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87203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Collaboration</a:t>
              </a:r>
            </a:p>
          </p:txBody>
        </p:sp>
      </p:gr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20" name="Rectangle 19">
            <a:hlinkClick r:id="" action="ppaction://noaction"/>
            <a:extLst>
              <a:ext uri="{FF2B5EF4-FFF2-40B4-BE49-F238E27FC236}">
                <a16:creationId xmlns:a16="http://schemas.microsoft.com/office/drawing/2014/main" id="{8033620B-E92D-154B-A6C5-393EBA655DA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90539860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eam: Collaboration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9" name="Text Placeholder 5">
            <a:extLst>
              <a:ext uri="{FF2B5EF4-FFF2-40B4-BE49-F238E27FC236}">
                <a16:creationId xmlns:a16="http://schemas.microsoft.com/office/drawing/2014/main" id="{1E4D005F-C534-C049-9B1E-F09CAE467CC5}"/>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grpSp>
        <p:nvGrpSpPr>
          <p:cNvPr id="10" name="Group 9">
            <a:extLst>
              <a:ext uri="{FF2B5EF4-FFF2-40B4-BE49-F238E27FC236}">
                <a16:creationId xmlns:a16="http://schemas.microsoft.com/office/drawing/2014/main" id="{63461625-D20F-7A4A-9D4D-004C56AF6069}"/>
              </a:ext>
            </a:extLst>
          </p:cNvPr>
          <p:cNvGrpSpPr/>
          <p:nvPr userDrawn="1"/>
        </p:nvGrpSpPr>
        <p:grpSpPr>
          <a:xfrm>
            <a:off x="164128" y="157289"/>
            <a:ext cx="1616985" cy="304438"/>
            <a:chOff x="164128" y="157289"/>
            <a:chExt cx="1616985" cy="304438"/>
          </a:xfrm>
        </p:grpSpPr>
        <p:sp>
          <p:nvSpPr>
            <p:cNvPr id="11" name="Freeform 10">
              <a:extLst>
                <a:ext uri="{FF2B5EF4-FFF2-40B4-BE49-F238E27FC236}">
                  <a16:creationId xmlns:a16="http://schemas.microsoft.com/office/drawing/2014/main" id="{4E9E07C5-B71C-1F43-AC4D-685F907056A0}"/>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2" name="Freeform 11">
              <a:extLst>
                <a:ext uri="{FF2B5EF4-FFF2-40B4-BE49-F238E27FC236}">
                  <a16:creationId xmlns:a16="http://schemas.microsoft.com/office/drawing/2014/main" id="{A1D376ED-2D1A-F142-990F-EBAB315B62B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3" name="Freeform 12">
              <a:extLst>
                <a:ext uri="{FF2B5EF4-FFF2-40B4-BE49-F238E27FC236}">
                  <a16:creationId xmlns:a16="http://schemas.microsoft.com/office/drawing/2014/main" id="{FB484B68-2E25-A04D-A216-0D7B3E91835F}"/>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17660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team</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87203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Collaboration</a:t>
              </a:r>
            </a:p>
          </p:txBody>
        </p:sp>
      </p:grpSp>
      <p:sp>
        <p:nvSpPr>
          <p:cNvPr id="21" name="Rectangle 20">
            <a:hlinkClick r:id="" action="ppaction://noaction"/>
            <a:extLst>
              <a:ext uri="{FF2B5EF4-FFF2-40B4-BE49-F238E27FC236}">
                <a16:creationId xmlns:a16="http://schemas.microsoft.com/office/drawing/2014/main" id="{E0167D9F-FE90-FE4E-A57B-5129370186C7}"/>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743780248"/>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Organization: Trust &amp; compliance (GIF)">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DAB0F2A-BC17-5441-B1FE-0F5142473DC4}"/>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7" name="Picture 36">
            <a:extLst>
              <a:ext uri="{FF2B5EF4-FFF2-40B4-BE49-F238E27FC236}">
                <a16:creationId xmlns:a16="http://schemas.microsoft.com/office/drawing/2014/main" id="{5533B4E5-0D98-8C4A-BA52-91B6674432D1}"/>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2567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Trust &amp; compliance</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1934494"/>
            <a:ext cx="2839855" cy="1823730"/>
          </a:xfrm>
        </p:spPr>
        <p:txBody>
          <a:bodyPr anchor="b"/>
          <a:lstStyle>
            <a:lvl1pPr algn="l">
              <a:defRPr sz="2800"/>
            </a:lvl1pPr>
          </a:lstStyle>
          <a:p>
            <a:r>
              <a:rPr lang="en-US"/>
              <a:t>Click to edit Master title style</a:t>
            </a:r>
          </a:p>
        </p:txBody>
      </p:sp>
      <p:sp>
        <p:nvSpPr>
          <p:cNvPr id="29" name="Rectangle 28">
            <a:hlinkClick r:id="" action="ppaction://noaction"/>
            <a:extLst>
              <a:ext uri="{FF2B5EF4-FFF2-40B4-BE49-F238E27FC236}">
                <a16:creationId xmlns:a16="http://schemas.microsoft.com/office/drawing/2014/main" id="{199DD6D7-2CB6-F642-95B4-2331A0807676}"/>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Text Placeholder 5">
            <a:extLst>
              <a:ext uri="{FF2B5EF4-FFF2-40B4-BE49-F238E27FC236}">
                <a16:creationId xmlns:a16="http://schemas.microsoft.com/office/drawing/2014/main" id="{9D289437-9436-B341-8583-3D4AF11F02A5}"/>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44F44FC3-4674-524D-9DF7-304F1F579030}"/>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42293285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Organization: Trust &amp; compliance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2567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Trust &amp; compliance</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17" name="Rectangle 16">
            <a:hlinkClick r:id="" action="ppaction://noaction"/>
            <a:extLst>
              <a:ext uri="{FF2B5EF4-FFF2-40B4-BE49-F238E27FC236}">
                <a16:creationId xmlns:a16="http://schemas.microsoft.com/office/drawing/2014/main" id="{33A372C3-A621-5348-A03A-0A3F62BF7015}"/>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26944873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Organization: Trust &amp; compliance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234312"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Trust &amp; compliance</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7" name="Text Placeholder 5">
            <a:extLst>
              <a:ext uri="{FF2B5EF4-FFF2-40B4-BE49-F238E27FC236}">
                <a16:creationId xmlns:a16="http://schemas.microsoft.com/office/drawing/2014/main" id="{2ED458E9-62FD-5043-B54C-C937062ECDEF}"/>
              </a:ext>
            </a:extLst>
          </p:cNvPr>
          <p:cNvSpPr>
            <a:spLocks noGrp="1"/>
          </p:cNvSpPr>
          <p:nvPr>
            <p:ph type="body" sz="quarter" idx="10"/>
          </p:nvPr>
        </p:nvSpPr>
        <p:spPr>
          <a:xfrm>
            <a:off x="587375" y="1375268"/>
            <a:ext cx="11087100"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9" name="Rectangle 28">
            <a:hlinkClick r:id="" action="ppaction://noaction"/>
            <a:extLst>
              <a:ext uri="{FF2B5EF4-FFF2-40B4-BE49-F238E27FC236}">
                <a16:creationId xmlns:a16="http://schemas.microsoft.com/office/drawing/2014/main" id="{199DD6D7-2CB6-F642-95B4-2331A0807676}"/>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91446191"/>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Organization: Operations &amp; auditability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C2B8512-6C40-694C-93B6-81286CCE078B}"/>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5F44E116-AC68-8743-98C9-7DB86E446B42}"/>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0" name="Picture 39">
            <a:extLst>
              <a:ext uri="{FF2B5EF4-FFF2-40B4-BE49-F238E27FC236}">
                <a16:creationId xmlns:a16="http://schemas.microsoft.com/office/drawing/2014/main" id="{D7AA51D9-089A-6E46-BF05-334241A47DAE}"/>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6302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Operations &amp; auditability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726974"/>
            <a:ext cx="2839855" cy="1031250"/>
          </a:xfrm>
        </p:spPr>
        <p:txBody>
          <a:bodyPr anchor="b"/>
          <a:lstStyle>
            <a:lvl1pPr algn="l">
              <a:defRPr sz="2800"/>
            </a:lvl1pPr>
          </a:lstStyle>
          <a:p>
            <a:r>
              <a:rPr lang="en-US"/>
              <a:t>Click to edit Master title style</a:t>
            </a:r>
          </a:p>
        </p:txBody>
      </p:sp>
      <p:sp>
        <p:nvSpPr>
          <p:cNvPr id="29" name="Rectangle 28">
            <a:hlinkClick r:id="" action="ppaction://noaction"/>
            <a:extLst>
              <a:ext uri="{FF2B5EF4-FFF2-40B4-BE49-F238E27FC236}">
                <a16:creationId xmlns:a16="http://schemas.microsoft.com/office/drawing/2014/main" id="{8B33380C-7EDE-7745-89F5-1D31A6D46E1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Text Placeholder 5">
            <a:extLst>
              <a:ext uri="{FF2B5EF4-FFF2-40B4-BE49-F238E27FC236}">
                <a16:creationId xmlns:a16="http://schemas.microsoft.com/office/drawing/2014/main" id="{7C064D4B-8DD3-9F41-B9CB-81570EAB2CEB}"/>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5DAA8108-ABA2-7E4B-A4FB-364161DA0D1A}"/>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1249056612"/>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Organization: Operations &amp; auditabil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6302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Operations &amp; auditability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130B599-8C58-0D45-B050-0CED826D223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68595087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Organization: Operations &amp; auditability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6302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Operations &amp; auditability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7" name="Text Placeholder 5">
            <a:extLst>
              <a:ext uri="{FF2B5EF4-FFF2-40B4-BE49-F238E27FC236}">
                <a16:creationId xmlns:a16="http://schemas.microsoft.com/office/drawing/2014/main" id="{78C5BC32-59AB-A449-AEDE-C4AAD39E5781}"/>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9" name="Rectangle 28">
            <a:hlinkClick r:id="" action="ppaction://noaction"/>
            <a:extLst>
              <a:ext uri="{FF2B5EF4-FFF2-40B4-BE49-F238E27FC236}">
                <a16:creationId xmlns:a16="http://schemas.microsoft.com/office/drawing/2014/main" id="{8B33380C-7EDE-7745-89F5-1D31A6D46E1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71620880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Organization: Information quality (GIF)">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C764B26-92E4-044D-9012-5534CC19A344}"/>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6" name="Picture 35">
            <a:extLst>
              <a:ext uri="{FF2B5EF4-FFF2-40B4-BE49-F238E27FC236}">
                <a16:creationId xmlns:a16="http://schemas.microsoft.com/office/drawing/2014/main" id="{AF8EADEA-6F47-F24B-9938-C505DB0CBC30}"/>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26156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Information quality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631180"/>
            <a:ext cx="2839855" cy="1127044"/>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23E23B41-3107-CF46-B350-7FA1EFD01B2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Text Placeholder 5">
            <a:extLst>
              <a:ext uri="{FF2B5EF4-FFF2-40B4-BE49-F238E27FC236}">
                <a16:creationId xmlns:a16="http://schemas.microsoft.com/office/drawing/2014/main" id="{0F99FBB5-8E3E-0A4B-90BB-2F4734D62BEC}"/>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3" name="Picture Placeholder 9">
            <a:extLst>
              <a:ext uri="{FF2B5EF4-FFF2-40B4-BE49-F238E27FC236}">
                <a16:creationId xmlns:a16="http://schemas.microsoft.com/office/drawing/2014/main" id="{94F16DAE-F32B-D846-830B-056FFC363898}"/>
              </a:ext>
            </a:extLst>
          </p:cNvPr>
          <p:cNvSpPr>
            <a:spLocks noGrp="1"/>
          </p:cNvSpPr>
          <p:nvPr userDrawn="1">
            <p:ph type="pic" sz="quarter" idx="11"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73747180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Organization: Information qual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26156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Information quality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23E23B41-3107-CF46-B350-7FA1EFD01B2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25481743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Organization: Adoption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D930A0B-34E8-2D4D-B051-E4871F139EB8}"/>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7F72A937-2B3A-6A40-BD92-F67D7571AEA5}"/>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6" name="Picture 35">
            <a:extLst>
              <a:ext uri="{FF2B5EF4-FFF2-40B4-BE49-F238E27FC236}">
                <a16:creationId xmlns:a16="http://schemas.microsoft.com/office/drawing/2014/main" id="{9415B964-D375-1A43-8762-D98F7D653BDF}"/>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604333"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Adoption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5" y="2896450"/>
            <a:ext cx="2831146" cy="861774"/>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13ED36F5-706E-4644-97F1-CACED378948B}"/>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Text Placeholder 5">
            <a:extLst>
              <a:ext uri="{FF2B5EF4-FFF2-40B4-BE49-F238E27FC236}">
                <a16:creationId xmlns:a16="http://schemas.microsoft.com/office/drawing/2014/main" id="{CFA442A1-4BEA-5348-8FB9-8C512C72D101}"/>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3" name="Picture Placeholder 9">
            <a:extLst>
              <a:ext uri="{FF2B5EF4-FFF2-40B4-BE49-F238E27FC236}">
                <a16:creationId xmlns:a16="http://schemas.microsoft.com/office/drawing/2014/main" id="{C8C86257-A219-5D44-8D10-325932141407}"/>
              </a:ext>
            </a:extLst>
          </p:cNvPr>
          <p:cNvSpPr>
            <a:spLocks noGrp="1"/>
          </p:cNvSpPr>
          <p:nvPr userDrawn="1">
            <p:ph type="pic" sz="quarter" idx="11"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273394196"/>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Organization: Adoption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604333"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Adoption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13ED36F5-706E-4644-97F1-CACED378948B}"/>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837494259"/>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Organization: Adoption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604333"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Adoption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7" name="Text Placeholder 5">
            <a:extLst>
              <a:ext uri="{FF2B5EF4-FFF2-40B4-BE49-F238E27FC236}">
                <a16:creationId xmlns:a16="http://schemas.microsoft.com/office/drawing/2014/main" id="{4E1FBAD6-64D5-D644-9AC7-6303D802FD71}"/>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9" name="Rectangle 28">
            <a:hlinkClick r:id="" action="ppaction://noaction"/>
            <a:extLst>
              <a:ext uri="{FF2B5EF4-FFF2-40B4-BE49-F238E27FC236}">
                <a16:creationId xmlns:a16="http://schemas.microsoft.com/office/drawing/2014/main" id="{461D5DD9-3F0F-794A-A08A-063EFFAEED81}"/>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05539720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Organization: Connectivity, transform &amp; prep (GIF)">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177D9F1-5F9B-1948-A1CD-552216AD100C}"/>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Rectangle 31">
            <a:extLst>
              <a:ext uri="{FF2B5EF4-FFF2-40B4-BE49-F238E27FC236}">
                <a16:creationId xmlns:a16="http://schemas.microsoft.com/office/drawing/2014/main" id="{FAA239E9-5367-674C-9152-01FF1D61A198}"/>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3" name="Picture 32">
            <a:extLst>
              <a:ext uri="{FF2B5EF4-FFF2-40B4-BE49-F238E27FC236}">
                <a16:creationId xmlns:a16="http://schemas.microsoft.com/office/drawing/2014/main" id="{F11B8EAB-9EEE-2E40-B610-6C3133382528}"/>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974900"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Connectivity, transform &amp; prep</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29" name="Rectangle 28">
            <a:hlinkClick r:id="" action="ppaction://noaction"/>
            <a:extLst>
              <a:ext uri="{FF2B5EF4-FFF2-40B4-BE49-F238E27FC236}">
                <a16:creationId xmlns:a16="http://schemas.microsoft.com/office/drawing/2014/main" id="{0BFF32A6-8013-2E40-9622-07A2CAC50AD3}"/>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5" y="2896450"/>
            <a:ext cx="2805020" cy="861774"/>
          </a:xfrm>
        </p:spPr>
        <p:txBody>
          <a:bodyPr anchor="b"/>
          <a:lstStyle>
            <a:lvl1pPr algn="l">
              <a:defRPr sz="2800"/>
            </a:lvl1pPr>
          </a:lstStyle>
          <a:p>
            <a:r>
              <a:rPr lang="en-US"/>
              <a:t>Click to edit Master title style</a:t>
            </a:r>
          </a:p>
        </p:txBody>
      </p:sp>
      <p:sp>
        <p:nvSpPr>
          <p:cNvPr id="27" name="Text Placeholder 5">
            <a:extLst>
              <a:ext uri="{FF2B5EF4-FFF2-40B4-BE49-F238E27FC236}">
                <a16:creationId xmlns:a16="http://schemas.microsoft.com/office/drawing/2014/main" id="{6DF6C9F0-5DAE-CB42-8727-887A0AEDB460}"/>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10" name="Picture Placeholder 9">
            <a:extLst>
              <a:ext uri="{FF2B5EF4-FFF2-40B4-BE49-F238E27FC236}">
                <a16:creationId xmlns:a16="http://schemas.microsoft.com/office/drawing/2014/main" id="{D5EC58D2-C99D-0948-A914-66AFE3AB0C10}"/>
              </a:ext>
            </a:extLst>
          </p:cNvPr>
          <p:cNvSpPr>
            <a:spLocks noGrp="1"/>
          </p:cNvSpPr>
          <p:nvPr userDrawn="1">
            <p:ph type="pic" sz="quarter" idx="11"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1589926293"/>
      </p:ext>
    </p:extLst>
  </p:cSld>
  <p:clrMapOvr>
    <a:masterClrMapping/>
  </p:clrMapOvr>
  <p:transition>
    <p:fade/>
  </p:transition>
  <p:extLst>
    <p:ext uri="{DCECCB84-F9BA-43D5-87BE-67443E8EF086}">
      <p15:sldGuideLst xmlns:p15="http://schemas.microsoft.com/office/powerpoint/2012/main">
        <p15:guide id="1" orient="horz" pos="2370">
          <p15:clr>
            <a:srgbClr val="FBAE40"/>
          </p15:clr>
        </p15:guide>
        <p15:guide id="2" orient="horz" pos="245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Organization: Connectivity, transform &amp; prep">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974900"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Connectivity, transform &amp; prep</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994BD4FD-3141-104D-8ADC-FBA831D66217}"/>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80960527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Organization: Connectivity, transform &amp; prep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978106"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Connectivity, transform &amp; prep</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9" name="Text Placeholder 5">
            <a:extLst>
              <a:ext uri="{FF2B5EF4-FFF2-40B4-BE49-F238E27FC236}">
                <a16:creationId xmlns:a16="http://schemas.microsoft.com/office/drawing/2014/main" id="{C95D9C29-052E-1742-9CDF-ACFA951C4C3E}"/>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28" name="Rectangle 27">
            <a:hlinkClick r:id="" action="ppaction://noaction"/>
            <a:extLst>
              <a:ext uri="{FF2B5EF4-FFF2-40B4-BE49-F238E27FC236}">
                <a16:creationId xmlns:a16="http://schemas.microsoft.com/office/drawing/2014/main" id="{994BD4FD-3141-104D-8ADC-FBA831D66217}"/>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2847005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Organization: Big data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53E1F74-B98D-6945-9790-BD5F177B9B78}"/>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B56EDCFC-B3D4-7D43-8113-7D4E6E15130E}"/>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7" name="Picture 36">
            <a:extLst>
              <a:ext uri="{FF2B5EF4-FFF2-40B4-BE49-F238E27FC236}">
                <a16:creationId xmlns:a16="http://schemas.microsoft.com/office/drawing/2014/main" id="{B38965FC-E601-5D40-851C-34EC53F40DF2}"/>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545021"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Big data</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099957"/>
            <a:ext cx="2831146" cy="1658267"/>
          </a:xfrm>
        </p:spPr>
        <p:txBody>
          <a:bodyPr anchor="b"/>
          <a:lstStyle>
            <a:lvl1pPr algn="l">
              <a:defRPr sz="2800"/>
            </a:lvl1pPr>
          </a:lstStyle>
          <a:p>
            <a:r>
              <a:rPr lang="en-US"/>
              <a:t>Click to edit Master title style</a:t>
            </a:r>
          </a:p>
        </p:txBody>
      </p:sp>
      <p:sp>
        <p:nvSpPr>
          <p:cNvPr id="29" name="Rectangle 28">
            <a:hlinkClick r:id="" action="ppaction://noaction"/>
            <a:extLst>
              <a:ext uri="{FF2B5EF4-FFF2-40B4-BE49-F238E27FC236}">
                <a16:creationId xmlns:a16="http://schemas.microsoft.com/office/drawing/2014/main" id="{12BAC764-DF06-9647-8E0C-1DD2D4B1F71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Text Placeholder 5">
            <a:extLst>
              <a:ext uri="{FF2B5EF4-FFF2-40B4-BE49-F238E27FC236}">
                <a16:creationId xmlns:a16="http://schemas.microsoft.com/office/drawing/2014/main" id="{DC7CEEBC-C183-F448-A7ED-B9F437B3271D}"/>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B99FE3D4-78FB-3141-B631-F0787CD24EBC}"/>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79937493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Organization: Big dat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545021"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Big data</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28" name="Rectangle 27">
            <a:hlinkClick r:id="" action="ppaction://noaction"/>
            <a:extLst>
              <a:ext uri="{FF2B5EF4-FFF2-40B4-BE49-F238E27FC236}">
                <a16:creationId xmlns:a16="http://schemas.microsoft.com/office/drawing/2014/main" id="{2E628810-5232-9F49-AD70-92C982EC301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402995392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Organization: Big data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545021"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Big data</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28" name="Rectangle 27">
            <a:hlinkClick r:id="" action="ppaction://noaction"/>
            <a:extLst>
              <a:ext uri="{FF2B5EF4-FFF2-40B4-BE49-F238E27FC236}">
                <a16:creationId xmlns:a16="http://schemas.microsoft.com/office/drawing/2014/main" id="{2E628810-5232-9F49-AD70-92C982EC301E}"/>
              </a:ext>
            </a:extLst>
          </p:cNvPr>
          <p:cNvSpPr/>
          <p:nvPr userDrawn="1"/>
        </p:nvSpPr>
        <p:spPr bwMode="auto">
          <a:xfrm>
            <a:off x="0" y="625856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Text Placeholder 5">
            <a:extLst>
              <a:ext uri="{FF2B5EF4-FFF2-40B4-BE49-F238E27FC236}">
                <a16:creationId xmlns:a16="http://schemas.microsoft.com/office/drawing/2014/main" id="{CE70B7EB-0653-034C-8CF6-91E37CDCBB85}"/>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309643645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Organization: Semantic models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1D9BA1C-4137-C442-B98F-F35A616FA5D0}"/>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782539"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Enterprise semantic models</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2347436"/>
            <a:ext cx="2831146" cy="1410788"/>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200091A-C529-F741-AA52-0E476CFC203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633E8BA9-6E6C-A24D-906D-17669B57931C}"/>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1" name="Picture 30">
            <a:extLst>
              <a:ext uri="{FF2B5EF4-FFF2-40B4-BE49-F238E27FC236}">
                <a16:creationId xmlns:a16="http://schemas.microsoft.com/office/drawing/2014/main" id="{3C125A97-0298-AB48-9825-655257648CA9}"/>
              </a:ext>
            </a:extLst>
          </p:cNvPr>
          <p:cNvPicPr>
            <a:picLocks noChangeAspect="1"/>
          </p:cNvPicPr>
          <p:nvPr userDrawn="1"/>
        </p:nvPicPr>
        <p:blipFill>
          <a:blip r:embed="rId3"/>
          <a:stretch>
            <a:fillRect/>
          </a:stretch>
        </p:blipFill>
        <p:spPr>
          <a:xfrm>
            <a:off x="3378926" y="717827"/>
            <a:ext cx="8722040" cy="5611179"/>
          </a:xfrm>
          <a:prstGeom prst="rect">
            <a:avLst/>
          </a:prstGeom>
        </p:spPr>
      </p:pic>
      <p:sp>
        <p:nvSpPr>
          <p:cNvPr id="33" name="Text Placeholder 5">
            <a:extLst>
              <a:ext uri="{FF2B5EF4-FFF2-40B4-BE49-F238E27FC236}">
                <a16:creationId xmlns:a16="http://schemas.microsoft.com/office/drawing/2014/main" id="{31513F8A-6F08-214A-81C7-29A8AC6A44DC}"/>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7CDB50A8-E272-3C47-982D-16B24A805F15}"/>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278577798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Organization: Semantic models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782539"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Enterprise semantic models</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200091A-C529-F741-AA52-0E476CFC203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154281959"/>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Organization: Reporting (GIF)">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C8AFA8E-626E-3448-B7EA-51CE8DBB4A37}"/>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6" name="Picture 35">
            <a:extLst>
              <a:ext uri="{FF2B5EF4-FFF2-40B4-BE49-F238E27FC236}">
                <a16:creationId xmlns:a16="http://schemas.microsoft.com/office/drawing/2014/main" id="{4A708574-F76D-084A-BA1E-87E4263B12D9}"/>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2265044"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Enterprise reporting &amp; distribution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3327337"/>
            <a:ext cx="2770186" cy="430887"/>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141C7E0-1239-1542-A5A6-462DEEB33AD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31" name="Text Placeholder 5">
            <a:extLst>
              <a:ext uri="{FF2B5EF4-FFF2-40B4-BE49-F238E27FC236}">
                <a16:creationId xmlns:a16="http://schemas.microsoft.com/office/drawing/2014/main" id="{BAD38AB6-A744-C045-BCCD-2AFA7EFF08B0}"/>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2" name="Picture Placeholder 9">
            <a:extLst>
              <a:ext uri="{FF2B5EF4-FFF2-40B4-BE49-F238E27FC236}">
                <a16:creationId xmlns:a16="http://schemas.microsoft.com/office/drawing/2014/main" id="{4916A006-2DE4-A843-B4C0-CD7F4EF25679}"/>
              </a:ext>
            </a:extLst>
          </p:cNvPr>
          <p:cNvSpPr>
            <a:spLocks noGrp="1"/>
          </p:cNvSpPr>
          <p:nvPr userDrawn="1">
            <p:ph type="pic" sz="quarter" idx="11" hasCustomPrompt="1"/>
          </p:nvPr>
        </p:nvSpPr>
        <p:spPr>
          <a:xfrm>
            <a:off x="4049485" y="1489167"/>
            <a:ext cx="7402285" cy="4153988"/>
          </a:xfrm>
          <a:solidFill>
            <a:schemeClr val="bg1"/>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282833874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Organization: Reporting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2265044"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Enterprise reporting &amp; distribution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141C7E0-1239-1542-A5A6-462DEEB33AD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Tree>
    <p:extLst>
      <p:ext uri="{BB962C8B-B14F-4D97-AF65-F5344CB8AC3E}">
        <p14:creationId xmlns:p14="http://schemas.microsoft.com/office/powerpoint/2010/main" val="227283014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77830A82-DB45-0A4A-B788-CCDD7FC9902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69616539"/>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anvas with Title">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0" y="418416"/>
            <a:ext cx="12188952" cy="443326"/>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lvl1pPr marL="0" indent="0">
              <a:buNone/>
              <a:defRPr lang="en-US" sz="2881" b="1" i="0" kern="1200" cap="none" spc="0" baseline="0" dirty="0">
                <a:solidFill>
                  <a:schemeClr val="tx1"/>
                </a:solidFill>
                <a:latin typeface="Segoe UI Semibold" panose="020B0502040204020203" pitchFamily="34" charset="0"/>
                <a:ea typeface="+mn-ea"/>
                <a:cs typeface="Segoe UI Semibold" panose="020B0502040204020203" pitchFamily="34" charset="0"/>
              </a:defRPr>
            </a:lvl1pPr>
          </a:lstStyle>
          <a:p>
            <a:pPr marL="0" lvl="0"/>
            <a:endParaRPr lang="en-US"/>
          </a:p>
        </p:txBody>
      </p:sp>
      <p:sp>
        <p:nvSpPr>
          <p:cNvPr id="10" name="Date Placeholder 9">
            <a:extLst>
              <a:ext uri="{FF2B5EF4-FFF2-40B4-BE49-F238E27FC236}">
                <a16:creationId xmlns:a16="http://schemas.microsoft.com/office/drawing/2014/main" id="{5218E723-AE77-7240-E43E-BA8595AF35B3}"/>
              </a:ext>
            </a:extLst>
          </p:cNvPr>
          <p:cNvSpPr>
            <a:spLocks noGrp="1"/>
          </p:cNvSpPr>
          <p:nvPr>
            <p:ph type="dt" sz="half" idx="11"/>
          </p:nvPr>
        </p:nvSpPr>
        <p:spPr/>
        <p:txBody>
          <a:bodyPr/>
          <a:lstStyle/>
          <a:p>
            <a:endParaRPr lang="en-US"/>
          </a:p>
        </p:txBody>
      </p:sp>
      <p:sp>
        <p:nvSpPr>
          <p:cNvPr id="11" name="Footer Placeholder 10">
            <a:extLst>
              <a:ext uri="{FF2B5EF4-FFF2-40B4-BE49-F238E27FC236}">
                <a16:creationId xmlns:a16="http://schemas.microsoft.com/office/drawing/2014/main" id="{0A996517-1010-8326-9A3D-9CDBF63DBACE}"/>
              </a:ext>
            </a:extLst>
          </p:cNvPr>
          <p:cNvSpPr>
            <a:spLocks noGrp="1"/>
          </p:cNvSpPr>
          <p:nvPr>
            <p:ph type="ftr" sz="quarter" idx="12"/>
          </p:nvPr>
        </p:nvSpPr>
        <p:spPr>
          <a:xfrm>
            <a:off x="454169" y="6356350"/>
            <a:ext cx="4114800" cy="365125"/>
          </a:xfrm>
          <a:prstGeom prst="rect">
            <a:avLst/>
          </a:prstGeom>
        </p:spPr>
        <p:txBody>
          <a:bodyPr/>
          <a:lstStyle/>
          <a:p>
            <a:pPr algn="ctr" defTabSz="246980"/>
            <a:r>
              <a:rPr lang="en-US"/>
              <a:t>Microsoft Confidential</a:t>
            </a:r>
          </a:p>
        </p:txBody>
      </p:sp>
      <p:sp>
        <p:nvSpPr>
          <p:cNvPr id="12" name="Slide Number Placeholder 11">
            <a:extLst>
              <a:ext uri="{FF2B5EF4-FFF2-40B4-BE49-F238E27FC236}">
                <a16:creationId xmlns:a16="http://schemas.microsoft.com/office/drawing/2014/main" id="{1857BFD7-6C3D-D1D3-A72D-D6BF585A884B}"/>
              </a:ext>
            </a:extLst>
          </p:cNvPr>
          <p:cNvSpPr>
            <a:spLocks noGrp="1"/>
          </p:cNvSpPr>
          <p:nvPr>
            <p:ph type="sldNum" sz="quarter" idx="13"/>
          </p:nvPr>
        </p:nvSpPr>
        <p:spPr/>
        <p:txBody>
          <a:bodyPr/>
          <a:lstStyle/>
          <a:p>
            <a:fld id="{4EF5C53B-D6FA-4300-8CA7-3653E3D23F24}" type="slidenum">
              <a:rPr lang="en-US" smtClean="0"/>
              <a:pPr/>
              <a:t>‹#›</a:t>
            </a:fld>
            <a:endParaRPr lang="en-US"/>
          </a:p>
        </p:txBody>
      </p:sp>
    </p:spTree>
    <p:extLst>
      <p:ext uri="{BB962C8B-B14F-4D97-AF65-F5344CB8AC3E}">
        <p14:creationId xmlns:p14="http://schemas.microsoft.com/office/powerpoint/2010/main" val="88616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Unified SaaS - Data Sci - Title and Sub">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61" name="Text Placeholder 5">
            <a:extLst>
              <a:ext uri="{FF2B5EF4-FFF2-40B4-BE49-F238E27FC236}">
                <a16:creationId xmlns:a16="http://schemas.microsoft.com/office/drawing/2014/main" id="{8BE339EF-D510-CF42-A53B-490205EAA9DA}"/>
              </a:ext>
            </a:extLst>
          </p:cNvPr>
          <p:cNvSpPr>
            <a:spLocks noGrp="1"/>
          </p:cNvSpPr>
          <p:nvPr userDrawn="1">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526343580"/>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One Lake">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1306045751"/>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85222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New Graphic)">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157666"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157666" cy="338554"/>
          </a:xfrm>
          <a:noFill/>
        </p:spPr>
        <p:txBody>
          <a:bodyPr wrap="square" lIns="0" tIns="0" rIns="0" bIns="0">
            <a:spAutoFit/>
          </a:bodyPr>
          <a:lstStyle>
            <a:lvl1pPr marL="0" indent="0">
              <a:spcBef>
                <a:spcPts val="0"/>
              </a:spcBef>
              <a:buNone/>
              <a:defRPr sz="2200" spc="0" baseline="0">
                <a:gradFill>
                  <a:gsLst>
                    <a:gs pos="0">
                      <a:schemeClr val="tx1"/>
                    </a:gs>
                    <a:gs pos="100000">
                      <a:schemeClr val="tx1"/>
                    </a:gs>
                  </a:gsLst>
                  <a:lin ang="5400000" scaled="1"/>
                </a:gradFill>
                <a:latin typeface="+mn-lt"/>
                <a:cs typeface="Segoe UI" panose="020B0502040204020203" pitchFamily="34" charset="0"/>
              </a:defRPr>
            </a:lvl1pPr>
          </a:lstStyle>
          <a:p>
            <a:pPr lvl="0"/>
            <a:r>
              <a:rPr lang="en-US"/>
              <a:t>Speaker name or subtitle text</a:t>
            </a:r>
          </a:p>
        </p:txBody>
      </p:sp>
      <p:pic>
        <p:nvPicPr>
          <p:cNvPr id="10" name="Picture 9">
            <a:extLst>
              <a:ext uri="{FF2B5EF4-FFF2-40B4-BE49-F238E27FC236}">
                <a16:creationId xmlns:a16="http://schemas.microsoft.com/office/drawing/2014/main" id="{DCF14E13-C424-3C42-A48A-BD82D9F8C6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327372" y="68965"/>
            <a:ext cx="6864628" cy="6722533"/>
          </a:xfrm>
          <a:prstGeom prst="rect">
            <a:avLst/>
          </a:prstGeom>
        </p:spPr>
      </p:pic>
      <p:pic>
        <p:nvPicPr>
          <p:cNvPr id="6" name="MS logo gray - EMF" descr="Microsoft logo, gray text version">
            <a:extLst>
              <a:ext uri="{FF2B5EF4-FFF2-40B4-BE49-F238E27FC236}">
                <a16:creationId xmlns:a16="http://schemas.microsoft.com/office/drawing/2014/main" id="{4C2DB8D1-F8B3-464C-A4AF-49A3EB1DE9A0}"/>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9837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 Power BI (Old Graphic)">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87E63E9-A049-4B7E-B301-CA7FC7291D01}"/>
              </a:ext>
            </a:extLst>
          </p:cNvPr>
          <p:cNvPicPr>
            <a:picLocks noChangeAspect="1"/>
          </p:cNvPicPr>
          <p:nvPr userDrawn="1"/>
        </p:nvPicPr>
        <p:blipFill rotWithShape="1">
          <a:blip r:embed="rId2"/>
          <a:srcRect r="11678"/>
          <a:stretch/>
        </p:blipFill>
        <p:spPr>
          <a:xfrm>
            <a:off x="5142023" y="739541"/>
            <a:ext cx="7049978" cy="5614928"/>
          </a:xfrm>
          <a:prstGeom prst="rect">
            <a:avLst/>
          </a:prstGeom>
        </p:spPr>
      </p:pic>
      <p:sp>
        <p:nvSpPr>
          <p:cNvPr id="9" name="Title 1"/>
          <p:cNvSpPr>
            <a:spLocks noGrp="1"/>
          </p:cNvSpPr>
          <p:nvPr>
            <p:ph type="title" hasCustomPrompt="1"/>
          </p:nvPr>
        </p:nvSpPr>
        <p:spPr>
          <a:xfrm>
            <a:off x="584200" y="2425780"/>
            <a:ext cx="5157666"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157666" cy="338554"/>
          </a:xfrm>
          <a:noFill/>
        </p:spPr>
        <p:txBody>
          <a:bodyPr wrap="square" lIns="0" tIns="0" rIns="0" bIns="0">
            <a:spAutoFit/>
          </a:bodyPr>
          <a:lstStyle>
            <a:lvl1pPr marL="0" indent="0">
              <a:spcBef>
                <a:spcPts val="0"/>
              </a:spcBef>
              <a:buNone/>
              <a:defRPr sz="2200" spc="0" baseline="0">
                <a:gradFill>
                  <a:gsLst>
                    <a:gs pos="0">
                      <a:schemeClr val="tx1"/>
                    </a:gs>
                    <a:gs pos="100000">
                      <a:schemeClr val="tx1"/>
                    </a:gs>
                  </a:gsLst>
                  <a:lin ang="5400000" scaled="1"/>
                </a:gradFill>
                <a:latin typeface="+mn-lt"/>
                <a:cs typeface="Segoe UI" panose="020B0502040204020203" pitchFamily="34" charset="0"/>
              </a:defRPr>
            </a:lvl1pPr>
          </a:lstStyle>
          <a:p>
            <a:pPr lvl="0"/>
            <a:r>
              <a:rPr lang="en-US"/>
              <a:t>Speaker name or subtitle text</a:t>
            </a:r>
          </a:p>
        </p:txBody>
      </p:sp>
      <p:cxnSp>
        <p:nvCxnSpPr>
          <p:cNvPr id="16" name="Straight Connector 15">
            <a:extLst>
              <a:ext uri="{FF2B5EF4-FFF2-40B4-BE49-F238E27FC236}">
                <a16:creationId xmlns:a16="http://schemas.microsoft.com/office/drawing/2014/main" id="{912514F0-1D0F-D648-A778-D69EBECC7E50}"/>
              </a:ext>
            </a:extLst>
          </p:cNvPr>
          <p:cNvCxnSpPr>
            <a:cxnSpLocks/>
          </p:cNvCxnSpPr>
          <p:nvPr userDrawn="1"/>
        </p:nvCxnSpPr>
        <p:spPr>
          <a:xfrm>
            <a:off x="2220618" y="445064"/>
            <a:ext cx="0" cy="56008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17" name="Picture 2">
            <a:extLst>
              <a:ext uri="{FF2B5EF4-FFF2-40B4-BE49-F238E27FC236}">
                <a16:creationId xmlns:a16="http://schemas.microsoft.com/office/drawing/2014/main" id="{CF75E99F-26AB-574E-ABE5-45483F275B8C}"/>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2565252" y="504969"/>
            <a:ext cx="425607" cy="425667"/>
          </a:xfrm>
          <a:prstGeom prst="rect">
            <a:avLst/>
          </a:prstGeom>
          <a:noFill/>
          <a:extLst>
            <a:ext uri="{909E8E84-426E-40DD-AFC4-6F175D3DCCD1}">
              <a14:hiddenFill xmlns:a14="http://schemas.microsoft.com/office/drawing/2010/main">
                <a:solidFill>
                  <a:srgbClr val="FFFFFF"/>
                </a:solidFill>
              </a14:hiddenFill>
            </a:ext>
          </a:extLst>
        </p:spPr>
      </p:pic>
      <p:pic>
        <p:nvPicPr>
          <p:cNvPr id="8" name="MS logo gray - EMF" descr="Microsoft logo, gray text version">
            <a:extLst>
              <a:ext uri="{FF2B5EF4-FFF2-40B4-BE49-F238E27FC236}">
                <a16:creationId xmlns:a16="http://schemas.microsoft.com/office/drawing/2014/main" id="{3FD803C1-05F7-FE41-BF45-C11C0321ED05}"/>
              </a:ext>
            </a:extLst>
          </p:cNvPr>
          <p:cNvPicPr>
            <a:picLocks noChangeAspect="1"/>
          </p:cNvPicPr>
          <p:nvPr userDrawn="1"/>
        </p:nvPicPr>
        <p:blipFill>
          <a:blip r:embed="rId4"/>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25083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751388" y="2979778"/>
            <a:ext cx="5802312" cy="553998"/>
          </a:xfrm>
          <a:noFill/>
        </p:spPr>
        <p:txBody>
          <a:bodyPr wrap="square" lIns="0" tIns="0" rIns="0" bIns="0" anchor="b" anchorCtr="0">
            <a:spAutoFit/>
          </a:bodyPr>
          <a:lstStyle>
            <a:lvl1pPr>
              <a:defRPr sz="3600" spc="-50" baseline="0">
                <a:solidFill>
                  <a:schemeClr val="accent2"/>
                </a:solidFill>
                <a:latin typeface="+mj-lt"/>
                <a:cs typeface="Segoe UI" panose="020B0502040204020203" pitchFamily="34" charset="0"/>
              </a:defRPr>
            </a:lvl1pPr>
          </a:lstStyle>
          <a:p>
            <a:r>
              <a:rPr lang="en-US"/>
              <a:t>Presentation title </a:t>
            </a:r>
          </a:p>
        </p:txBody>
      </p:sp>
      <p:sp>
        <p:nvSpPr>
          <p:cNvPr id="5" name="Text Placeholder 4"/>
          <p:cNvSpPr>
            <a:spLocks noGrp="1"/>
          </p:cNvSpPr>
          <p:nvPr>
            <p:ph type="body" sz="quarter" idx="12" hasCustomPrompt="1"/>
          </p:nvPr>
        </p:nvSpPr>
        <p:spPr>
          <a:xfrm>
            <a:off x="4751387" y="3962400"/>
            <a:ext cx="5802311"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899F8B4-3CBB-454F-BA48-8506F3821D64}"/>
              </a:ext>
            </a:extLst>
          </p:cNvPr>
          <p:cNvPicPr>
            <a:picLocks noChangeAspect="1"/>
          </p:cNvPicPr>
          <p:nvPr userDrawn="1"/>
        </p:nvPicPr>
        <p:blipFill>
          <a:blip r:embed="rId2"/>
          <a:stretch>
            <a:fillRect/>
          </a:stretch>
        </p:blipFill>
        <p:spPr bwMode="black">
          <a:xfrm>
            <a:off x="4754563" y="585788"/>
            <a:ext cx="1366440" cy="292608"/>
          </a:xfrm>
          <a:prstGeom prst="rect">
            <a:avLst/>
          </a:prstGeom>
        </p:spPr>
      </p:pic>
    </p:spTree>
    <p:extLst>
      <p:ext uri="{BB962C8B-B14F-4D97-AF65-F5344CB8AC3E}">
        <p14:creationId xmlns:p14="http://schemas.microsoft.com/office/powerpoint/2010/main" val="425215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664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6131" y="457200"/>
            <a:ext cx="11023257"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28363"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590915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guide id="6" pos="5151">
          <p15:clr>
            <a:srgbClr val="A4A3A4"/>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Only (With Nav)">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grpSp>
        <p:nvGrpSpPr>
          <p:cNvPr id="4" name="Group 3">
            <a:extLst>
              <a:ext uri="{FF2B5EF4-FFF2-40B4-BE49-F238E27FC236}">
                <a16:creationId xmlns:a16="http://schemas.microsoft.com/office/drawing/2014/main" id="{22ECCBB9-67DE-234C-883B-E1C357892379}"/>
              </a:ext>
            </a:extLst>
          </p:cNvPr>
          <p:cNvGrpSpPr/>
          <p:nvPr userDrawn="1"/>
        </p:nvGrpSpPr>
        <p:grpSpPr>
          <a:xfrm>
            <a:off x="11582996" y="218637"/>
            <a:ext cx="444876" cy="162166"/>
            <a:chOff x="695390" y="1849514"/>
            <a:chExt cx="10353479" cy="3774046"/>
          </a:xfrm>
        </p:grpSpPr>
        <p:sp>
          <p:nvSpPr>
            <p:cNvPr id="5" name="Rounded Rectangle 4">
              <a:extLst>
                <a:ext uri="{FF2B5EF4-FFF2-40B4-BE49-F238E27FC236}">
                  <a16:creationId xmlns:a16="http://schemas.microsoft.com/office/drawing/2014/main" id="{CB88B4E5-7399-CD49-9038-ADEE4835D2DA}"/>
                </a:ext>
              </a:extLst>
            </p:cNvPr>
            <p:cNvSpPr/>
            <p:nvPr/>
          </p:nvSpPr>
          <p:spPr bwMode="auto">
            <a:xfrm>
              <a:off x="7274113" y="1849514"/>
              <a:ext cx="3774756" cy="3774046"/>
            </a:xfrm>
            <a:prstGeom prst="roundRect">
              <a:avLst>
                <a:gd name="adj" fmla="val 50000"/>
              </a:avLst>
            </a:prstGeom>
            <a:solidFill>
              <a:srgbClr val="184E85"/>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400" err="1">
                <a:solidFill>
                  <a:srgbClr val="000000"/>
                </a:solidFill>
                <a:latin typeface="Segoe UI Semibold"/>
                <a:cs typeface="Segoe UI" panose="020B0502040204020203" pitchFamily="34" charset="0"/>
              </a:endParaRPr>
            </a:p>
          </p:txBody>
        </p:sp>
        <p:sp>
          <p:nvSpPr>
            <p:cNvPr id="6" name="Rounded Rectangle 5">
              <a:extLst>
                <a:ext uri="{FF2B5EF4-FFF2-40B4-BE49-F238E27FC236}">
                  <a16:creationId xmlns:a16="http://schemas.microsoft.com/office/drawing/2014/main" id="{D54F8840-0698-8C41-B2F6-285DAE4D1782}"/>
                </a:ext>
              </a:extLst>
            </p:cNvPr>
            <p:cNvSpPr/>
            <p:nvPr/>
          </p:nvSpPr>
          <p:spPr bwMode="auto">
            <a:xfrm>
              <a:off x="3984751" y="1849514"/>
              <a:ext cx="3774756" cy="3774046"/>
            </a:xfrm>
            <a:prstGeom prst="roundRect">
              <a:avLst>
                <a:gd name="adj" fmla="val 50000"/>
              </a:avLst>
            </a:prstGeom>
            <a:solidFill>
              <a:srgbClr val="0078D4"/>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kern="0" err="1">
                <a:solidFill>
                  <a:srgbClr val="000000"/>
                </a:solidFill>
                <a:latin typeface="Segoe UI Semibold"/>
                <a:cs typeface="Segoe UI" panose="020B0502040204020203" pitchFamily="34" charset="0"/>
              </a:endParaRPr>
            </a:p>
          </p:txBody>
        </p:sp>
        <p:sp>
          <p:nvSpPr>
            <p:cNvPr id="7" name="Rounded Rectangle 6">
              <a:extLst>
                <a:ext uri="{FF2B5EF4-FFF2-40B4-BE49-F238E27FC236}">
                  <a16:creationId xmlns:a16="http://schemas.microsoft.com/office/drawing/2014/main" id="{71B82CA3-3BBE-CB46-A398-5B891CF85FA6}"/>
                </a:ext>
              </a:extLst>
            </p:cNvPr>
            <p:cNvSpPr/>
            <p:nvPr/>
          </p:nvSpPr>
          <p:spPr bwMode="auto">
            <a:xfrm>
              <a:off x="695390" y="1849514"/>
              <a:ext cx="3774756" cy="3774046"/>
            </a:xfrm>
            <a:prstGeom prst="roundRect">
              <a:avLst>
                <a:gd name="adj" fmla="val 50000"/>
              </a:avLst>
            </a:prstGeom>
            <a:solidFill>
              <a:srgbClr val="1A9CE2"/>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err="1">
                <a:solidFill>
                  <a:srgbClr val="000000"/>
                </a:solidFill>
                <a:latin typeface="Segoe UI Semibold"/>
                <a:cs typeface="Segoe UI" panose="020B0502040204020203" pitchFamily="34" charset="0"/>
              </a:endParaRPr>
            </a:p>
          </p:txBody>
        </p:sp>
      </p:grpSp>
      <p:sp>
        <p:nvSpPr>
          <p:cNvPr id="9" name="Rectangle 8">
            <a:hlinkClick r:id="" action="ppaction://noaction"/>
            <a:extLst>
              <a:ext uri="{FF2B5EF4-FFF2-40B4-BE49-F238E27FC236}">
                <a16:creationId xmlns:a16="http://schemas.microsoft.com/office/drawing/2014/main" id="{946C478C-2B4E-DD4C-BC83-9CCC28E4DF5E}"/>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11460781"/>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 Center">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sp>
        <p:nvSpPr>
          <p:cNvPr id="6" name="Text Placeholder 5">
            <a:extLst>
              <a:ext uri="{FF2B5EF4-FFF2-40B4-BE49-F238E27FC236}">
                <a16:creationId xmlns:a16="http://schemas.microsoft.com/office/drawing/2014/main" id="{DA02F9E5-CB62-924A-BFA5-F90E7D6ED364}"/>
              </a:ext>
            </a:extLst>
          </p:cNvPr>
          <p:cNvSpPr>
            <a:spLocks noGrp="1"/>
          </p:cNvSpPr>
          <p:nvPr>
            <p:ph type="body" sz="quarter" idx="10"/>
          </p:nvPr>
        </p:nvSpPr>
        <p:spPr>
          <a:xfrm>
            <a:off x="587375" y="1286559"/>
            <a:ext cx="11087100"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75139275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Low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8" name="Text Placeholder 5">
            <a:extLst>
              <a:ext uri="{FF2B5EF4-FFF2-40B4-BE49-F238E27FC236}">
                <a16:creationId xmlns:a16="http://schemas.microsoft.com/office/drawing/2014/main" id="{14C12FDB-0D1D-2D4E-92AD-F6E526CCE019}"/>
              </a:ext>
            </a:extLst>
          </p:cNvPr>
          <p:cNvSpPr>
            <a:spLocks noGrp="1"/>
          </p:cNvSpPr>
          <p:nvPr>
            <p:ph type="body" sz="quarter" idx="10"/>
          </p:nvPr>
        </p:nvSpPr>
        <p:spPr>
          <a:xfrm>
            <a:off x="587375" y="1375268"/>
            <a:ext cx="11087100"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2238490657"/>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Title and Subtitle - Center">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2830290"/>
            <a:ext cx="11026774" cy="553998"/>
          </a:xfrm>
        </p:spPr>
        <p:txBody>
          <a:bodyPr/>
          <a:lstStyle>
            <a:lvl1pPr algn="l">
              <a:defRPr/>
            </a:lvl1pPr>
          </a:lstStyle>
          <a:p>
            <a:r>
              <a:rPr lang="en-US"/>
              <a:t>Click to edit Master title style</a:t>
            </a:r>
          </a:p>
        </p:txBody>
      </p:sp>
      <p:sp>
        <p:nvSpPr>
          <p:cNvPr id="6" name="Text Placeholder 5">
            <a:extLst>
              <a:ext uri="{FF2B5EF4-FFF2-40B4-BE49-F238E27FC236}">
                <a16:creationId xmlns:a16="http://schemas.microsoft.com/office/drawing/2014/main" id="{DA02F9E5-CB62-924A-BFA5-F90E7D6ED364}"/>
              </a:ext>
            </a:extLst>
          </p:cNvPr>
          <p:cNvSpPr>
            <a:spLocks noGrp="1"/>
          </p:cNvSpPr>
          <p:nvPr>
            <p:ph type="body" sz="quarter" idx="10"/>
          </p:nvPr>
        </p:nvSpPr>
        <p:spPr>
          <a:xfrm>
            <a:off x="587375" y="3496359"/>
            <a:ext cx="11087100" cy="430887"/>
          </a:xfrm>
        </p:spPr>
        <p:txBody>
          <a:bodyPr/>
          <a:lstStyle>
            <a:lvl1pPr marL="0" indent="0" algn="l">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4156580180"/>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86526367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Blank with Header">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Rectangle 2">
            <a:extLst>
              <a:ext uri="{FF2B5EF4-FFF2-40B4-BE49-F238E27FC236}">
                <a16:creationId xmlns:a16="http://schemas.microsoft.com/office/drawing/2014/main" id="{8C5DECA4-675D-BE4F-9BD3-3887B5DA1E29}"/>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540427799"/>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nk with Graphic">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Tree>
    <p:extLst>
      <p:ext uri="{BB962C8B-B14F-4D97-AF65-F5344CB8AC3E}">
        <p14:creationId xmlns:p14="http://schemas.microsoft.com/office/powerpoint/2010/main" val="1149896571"/>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with Graphic and 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
        <p:nvSpPr>
          <p:cNvPr id="2" name="Title 1">
            <a:extLst>
              <a:ext uri="{FF2B5EF4-FFF2-40B4-BE49-F238E27FC236}">
                <a16:creationId xmlns:a16="http://schemas.microsoft.com/office/drawing/2014/main" id="{452C0352-8233-D544-847E-3F85BD04D86D}"/>
              </a:ext>
            </a:extLst>
          </p:cNvPr>
          <p:cNvSpPr>
            <a:spLocks noGrp="1"/>
          </p:cNvSpPr>
          <p:nvPr>
            <p:ph type="title"/>
          </p:nvPr>
        </p:nvSpPr>
        <p:spPr>
          <a:xfrm>
            <a:off x="582613" y="457200"/>
            <a:ext cx="11026776" cy="553998"/>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2209973002"/>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aphic with Header">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
        <p:nvSpPr>
          <p:cNvPr id="42" name="Rectangle 41">
            <a:extLst>
              <a:ext uri="{FF2B5EF4-FFF2-40B4-BE49-F238E27FC236}">
                <a16:creationId xmlns:a16="http://schemas.microsoft.com/office/drawing/2014/main" id="{16D7AF3C-40B6-4E48-B501-8EAC2E9A5E4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737463057"/>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aphic with Nav">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BE06E01-33DF-9A43-A0C6-F9441D3E5C5F}"/>
              </a:ext>
            </a:extLst>
          </p:cNvPr>
          <p:cNvSpPr/>
          <p:nvPr userDrawn="1"/>
        </p:nvSpPr>
        <p:spPr bwMode="auto">
          <a:xfrm>
            <a:off x="152400" y="15240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66E253C4-E8F7-8545-B6A1-A0B6918B6D89}"/>
              </a:ext>
            </a:extLst>
          </p:cNvPr>
          <p:cNvGrpSpPr/>
          <p:nvPr userDrawn="1"/>
        </p:nvGrpSpPr>
        <p:grpSpPr>
          <a:xfrm>
            <a:off x="0" y="0"/>
            <a:ext cx="12192000" cy="6858000"/>
            <a:chOff x="0" y="0"/>
            <a:chExt cx="12192000" cy="6858000"/>
          </a:xfrm>
        </p:grpSpPr>
        <p:pic>
          <p:nvPicPr>
            <p:cNvPr id="4" name="Picture 3">
              <a:extLst>
                <a:ext uri="{FF2B5EF4-FFF2-40B4-BE49-F238E27FC236}">
                  <a16:creationId xmlns:a16="http://schemas.microsoft.com/office/drawing/2014/main" id="{14936A87-6E9B-054F-B253-9E43BDB3DB2F}"/>
                </a:ext>
              </a:extLst>
            </p:cNvPr>
            <p:cNvPicPr>
              <a:picLocks noChangeAspect="1"/>
            </p:cNvPicPr>
            <p:nvPr/>
          </p:nvPicPr>
          <p:blipFill rotWithShape="1">
            <a:blip r:embed="rId2">
              <a:extLst>
                <a:ext uri="{28A0092B-C50C-407E-A947-70E740481C1C}">
                  <a14:useLocalDpi xmlns:a14="http://schemas.microsoft.com/office/drawing/2010/main" val="0"/>
                </a:ext>
              </a:extLst>
            </a:blip>
            <a:srcRect t="-3513"/>
            <a:stretch/>
          </p:blipFill>
          <p:spPr>
            <a:xfrm>
              <a:off x="30552" y="0"/>
              <a:ext cx="12130896" cy="6858000"/>
            </a:xfrm>
            <a:prstGeom prst="rect">
              <a:avLst/>
            </a:prstGeom>
          </p:spPr>
        </p:pic>
        <p:sp>
          <p:nvSpPr>
            <p:cNvPr id="5" name="Rectangle 4">
              <a:extLst>
                <a:ext uri="{FF2B5EF4-FFF2-40B4-BE49-F238E27FC236}">
                  <a16:creationId xmlns:a16="http://schemas.microsoft.com/office/drawing/2014/main" id="{28F3508B-B213-744B-BC1A-837437A936C4}"/>
                </a:ext>
              </a:extLst>
            </p:cNvPr>
            <p:cNvSpPr/>
            <p:nvPr/>
          </p:nvSpPr>
          <p:spPr bwMode="auto">
            <a:xfrm rot="10800000">
              <a:off x="0" y="0"/>
              <a:ext cx="12192000" cy="6858000"/>
            </a:xfrm>
            <a:prstGeom prst="rect">
              <a:avLst/>
            </a:prstGeom>
            <a:gradFill>
              <a:gsLst>
                <a:gs pos="99000">
                  <a:schemeClr val="bg1">
                    <a:alpha val="74000"/>
                  </a:schemeClr>
                </a:gs>
                <a:gs pos="0">
                  <a:schemeClr val="bg1"/>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sp>
        <p:nvSpPr>
          <p:cNvPr id="42" name="Rectangle 41">
            <a:extLst>
              <a:ext uri="{FF2B5EF4-FFF2-40B4-BE49-F238E27FC236}">
                <a16:creationId xmlns:a16="http://schemas.microsoft.com/office/drawing/2014/main" id="{16D7AF3C-40B6-4E48-B501-8EAC2E9A5E4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93F52E6B-8B53-3244-97D2-5C28480A9830}"/>
              </a:ext>
            </a:extLst>
          </p:cNvPr>
          <p:cNvGrpSpPr/>
          <p:nvPr userDrawn="1"/>
        </p:nvGrpSpPr>
        <p:grpSpPr>
          <a:xfrm>
            <a:off x="11582996" y="218637"/>
            <a:ext cx="444876" cy="162166"/>
            <a:chOff x="695390" y="1849514"/>
            <a:chExt cx="10353479" cy="3774046"/>
          </a:xfrm>
        </p:grpSpPr>
        <p:sp>
          <p:nvSpPr>
            <p:cNvPr id="7" name="Rounded Rectangle 6">
              <a:extLst>
                <a:ext uri="{FF2B5EF4-FFF2-40B4-BE49-F238E27FC236}">
                  <a16:creationId xmlns:a16="http://schemas.microsoft.com/office/drawing/2014/main" id="{B770D70C-3673-E547-AED2-0FA6167F2ADF}"/>
                </a:ext>
              </a:extLst>
            </p:cNvPr>
            <p:cNvSpPr/>
            <p:nvPr/>
          </p:nvSpPr>
          <p:spPr bwMode="auto">
            <a:xfrm>
              <a:off x="7274113" y="1849514"/>
              <a:ext cx="3774756" cy="3774046"/>
            </a:xfrm>
            <a:prstGeom prst="roundRect">
              <a:avLst>
                <a:gd name="adj" fmla="val 50000"/>
              </a:avLst>
            </a:prstGeom>
            <a:solidFill>
              <a:srgbClr val="184E85"/>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400" err="1">
                <a:solidFill>
                  <a:srgbClr val="000000"/>
                </a:solidFill>
                <a:latin typeface="Segoe UI Semibold"/>
                <a:cs typeface="Segoe UI" panose="020B0502040204020203" pitchFamily="34" charset="0"/>
              </a:endParaRPr>
            </a:p>
          </p:txBody>
        </p:sp>
        <p:sp>
          <p:nvSpPr>
            <p:cNvPr id="8" name="Rounded Rectangle 7">
              <a:extLst>
                <a:ext uri="{FF2B5EF4-FFF2-40B4-BE49-F238E27FC236}">
                  <a16:creationId xmlns:a16="http://schemas.microsoft.com/office/drawing/2014/main" id="{8238AA11-5566-BC4F-BB3E-EADDE2C05860}"/>
                </a:ext>
              </a:extLst>
            </p:cNvPr>
            <p:cNvSpPr/>
            <p:nvPr/>
          </p:nvSpPr>
          <p:spPr bwMode="auto">
            <a:xfrm>
              <a:off x="3984751" y="1849514"/>
              <a:ext cx="3774756" cy="3774046"/>
            </a:xfrm>
            <a:prstGeom prst="roundRect">
              <a:avLst>
                <a:gd name="adj" fmla="val 50000"/>
              </a:avLst>
            </a:prstGeom>
            <a:solidFill>
              <a:srgbClr val="0078D4"/>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kern="0" err="1">
                <a:solidFill>
                  <a:srgbClr val="000000"/>
                </a:solidFill>
                <a:latin typeface="Segoe UI Semibold"/>
                <a:cs typeface="Segoe UI" panose="020B0502040204020203" pitchFamily="34" charset="0"/>
              </a:endParaRPr>
            </a:p>
          </p:txBody>
        </p:sp>
        <p:sp>
          <p:nvSpPr>
            <p:cNvPr id="9" name="Rounded Rectangle 8">
              <a:extLst>
                <a:ext uri="{FF2B5EF4-FFF2-40B4-BE49-F238E27FC236}">
                  <a16:creationId xmlns:a16="http://schemas.microsoft.com/office/drawing/2014/main" id="{858ADC76-8554-FB48-9C63-AA037624F7DD}"/>
                </a:ext>
              </a:extLst>
            </p:cNvPr>
            <p:cNvSpPr/>
            <p:nvPr/>
          </p:nvSpPr>
          <p:spPr bwMode="auto">
            <a:xfrm>
              <a:off x="695390" y="1849514"/>
              <a:ext cx="3774756" cy="3774046"/>
            </a:xfrm>
            <a:prstGeom prst="roundRect">
              <a:avLst>
                <a:gd name="adj" fmla="val 50000"/>
              </a:avLst>
            </a:prstGeom>
            <a:solidFill>
              <a:srgbClr val="1A9CE2"/>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err="1">
                <a:solidFill>
                  <a:srgbClr val="000000"/>
                </a:solidFill>
                <a:latin typeface="Segoe UI Semibold"/>
                <a:cs typeface="Segoe UI" panose="020B0502040204020203" pitchFamily="34" charset="0"/>
              </a:endParaRPr>
            </a:p>
          </p:txBody>
        </p:sp>
      </p:grpSp>
      <p:sp>
        <p:nvSpPr>
          <p:cNvPr id="10" name="Rectangle 9">
            <a:hlinkClick r:id="" action="ppaction://noaction"/>
            <a:extLst>
              <a:ext uri="{FF2B5EF4-FFF2-40B4-BE49-F238E27FC236}">
                <a16:creationId xmlns:a16="http://schemas.microsoft.com/office/drawing/2014/main" id="{DCB5D78B-11C4-0D46-93FA-F5436584828D}"/>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290491325"/>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Individual: PPT for data (GI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D9B75F6-93F7-4F48-A65D-49EB27DD1E07}"/>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5" name="Picture 24">
            <a:extLst>
              <a:ext uri="{FF2B5EF4-FFF2-40B4-BE49-F238E27FC236}">
                <a16:creationId xmlns:a16="http://schemas.microsoft.com/office/drawing/2014/main" id="{43EF5FA1-2857-414F-9A50-0584822C55A8}"/>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a:solidFill>
            <a:schemeClr val="tx1"/>
          </a:solidFill>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1717766"/>
            <a:ext cx="2831146" cy="1485287"/>
          </a:xfrm>
        </p:spPr>
        <p:txBody>
          <a:bodyPr anchor="b"/>
          <a:lstStyle>
            <a:lvl1pPr algn="l">
              <a:defRPr sz="2800"/>
            </a:lvl1pPr>
          </a:lstStyle>
          <a:p>
            <a:r>
              <a:rPr lang="en-US"/>
              <a:t>Click to edit Master title style</a:t>
            </a:r>
          </a:p>
        </p:txBody>
      </p:sp>
      <p:sp>
        <p:nvSpPr>
          <p:cNvPr id="21" name="Text Placeholder 5">
            <a:extLst>
              <a:ext uri="{FF2B5EF4-FFF2-40B4-BE49-F238E27FC236}">
                <a16:creationId xmlns:a16="http://schemas.microsoft.com/office/drawing/2014/main" id="{664720FE-10AB-4C4C-8C0A-0EDF010B36EA}"/>
              </a:ext>
            </a:extLst>
          </p:cNvPr>
          <p:cNvSpPr>
            <a:spLocks noGrp="1"/>
          </p:cNvSpPr>
          <p:nvPr userDrawn="1">
            <p:ph type="body" sz="quarter" idx="11"/>
          </p:nvPr>
        </p:nvSpPr>
        <p:spPr>
          <a:xfrm>
            <a:off x="587376" y="3354291"/>
            <a:ext cx="2820366" cy="615553"/>
          </a:xfrm>
        </p:spPr>
        <p:txBody>
          <a:bodyPr/>
          <a:lstStyle>
            <a:lvl1pPr marL="0" indent="0" algn="l">
              <a:spcBef>
                <a:spcPts val="1080"/>
              </a:spcBef>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2" name="Picture Placeholder 9">
            <a:extLst>
              <a:ext uri="{FF2B5EF4-FFF2-40B4-BE49-F238E27FC236}">
                <a16:creationId xmlns:a16="http://schemas.microsoft.com/office/drawing/2014/main" id="{6500F9A9-40CB-A748-9302-235ED5A5B2C0}"/>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3498103959"/>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Individual: PPT for data (GIF)">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6048EBB-F766-B247-91B0-286BA98DD0FA}"/>
              </a:ext>
            </a:extLst>
          </p:cNvPr>
          <p:cNvSpPr/>
          <p:nvPr userDrawn="1"/>
        </p:nvSpPr>
        <p:spPr bwMode="auto">
          <a:xfrm>
            <a:off x="4030133" y="1439333"/>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F60E942E-C499-3441-A72D-8F3354617E39}"/>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5" name="Picture 24">
            <a:extLst>
              <a:ext uri="{FF2B5EF4-FFF2-40B4-BE49-F238E27FC236}">
                <a16:creationId xmlns:a16="http://schemas.microsoft.com/office/drawing/2014/main" id="{43EF5FA1-2857-414F-9A50-0584822C55A8}"/>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a:solidFill>
            <a:schemeClr val="tx1"/>
          </a:solidFill>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272937"/>
            <a:ext cx="2831146" cy="1485287"/>
          </a:xfrm>
        </p:spPr>
        <p:txBody>
          <a:bodyPr anchor="b"/>
          <a:lstStyle>
            <a:lvl1pPr algn="l">
              <a:defRPr sz="2800"/>
            </a:lvl1pPr>
          </a:lstStyle>
          <a:p>
            <a:r>
              <a:rPr lang="en-US"/>
              <a:t>Click to edit Master title style</a:t>
            </a:r>
          </a:p>
        </p:txBody>
      </p:sp>
      <p:sp>
        <p:nvSpPr>
          <p:cNvPr id="21" name="Text Placeholder 5">
            <a:extLst>
              <a:ext uri="{FF2B5EF4-FFF2-40B4-BE49-F238E27FC236}">
                <a16:creationId xmlns:a16="http://schemas.microsoft.com/office/drawing/2014/main" id="{664720FE-10AB-4C4C-8C0A-0EDF010B36EA}"/>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2" name="Picture Placeholder 9">
            <a:extLst>
              <a:ext uri="{FF2B5EF4-FFF2-40B4-BE49-F238E27FC236}">
                <a16:creationId xmlns:a16="http://schemas.microsoft.com/office/drawing/2014/main" id="{6500F9A9-40CB-A748-9302-235ED5A5B2C0}"/>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28" name="Rectangle 27">
            <a:extLst>
              <a:ext uri="{FF2B5EF4-FFF2-40B4-BE49-F238E27FC236}">
                <a16:creationId xmlns:a16="http://schemas.microsoft.com/office/drawing/2014/main" id="{96E328B0-C7D6-DE4E-963A-C1051E4487A5}"/>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9" name="Rectangle 28">
            <a:extLst>
              <a:ext uri="{FF2B5EF4-FFF2-40B4-BE49-F238E27FC236}">
                <a16:creationId xmlns:a16="http://schemas.microsoft.com/office/drawing/2014/main" id="{3DB80A3E-F04B-9142-9508-A4637D654E62}"/>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30" name="Group 29">
            <a:extLst>
              <a:ext uri="{FF2B5EF4-FFF2-40B4-BE49-F238E27FC236}">
                <a16:creationId xmlns:a16="http://schemas.microsoft.com/office/drawing/2014/main" id="{F0740B1A-B0ED-5549-92B3-524ABCE242A8}"/>
              </a:ext>
            </a:extLst>
          </p:cNvPr>
          <p:cNvGrpSpPr/>
          <p:nvPr userDrawn="1"/>
        </p:nvGrpSpPr>
        <p:grpSpPr>
          <a:xfrm>
            <a:off x="293688" y="157289"/>
            <a:ext cx="1352934" cy="298474"/>
            <a:chOff x="433059" y="157289"/>
            <a:chExt cx="1352934" cy="298474"/>
          </a:xfrm>
        </p:grpSpPr>
        <p:sp>
          <p:nvSpPr>
            <p:cNvPr id="31" name="Title 2">
              <a:extLst>
                <a:ext uri="{FF2B5EF4-FFF2-40B4-BE49-F238E27FC236}">
                  <a16:creationId xmlns:a16="http://schemas.microsoft.com/office/drawing/2014/main" id="{286240F5-DEB1-E44B-9C07-ACCD0CC82A73}"/>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32" name="TextBox 31">
              <a:extLst>
                <a:ext uri="{FF2B5EF4-FFF2-40B4-BE49-F238E27FC236}">
                  <a16:creationId xmlns:a16="http://schemas.microsoft.com/office/drawing/2014/main" id="{08D09AB8-916F-B643-A779-0DA9CFE17774}"/>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2641112023"/>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Individual: PPT for data">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8" name="Rectangle 17">
            <a:extLst>
              <a:ext uri="{FF2B5EF4-FFF2-40B4-BE49-F238E27FC236}">
                <a16:creationId xmlns:a16="http://schemas.microsoft.com/office/drawing/2014/main" id="{0A0CE55F-C280-CB4B-B97F-21E0A248DEE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9" name="Group 18">
            <a:extLst>
              <a:ext uri="{FF2B5EF4-FFF2-40B4-BE49-F238E27FC236}">
                <a16:creationId xmlns:a16="http://schemas.microsoft.com/office/drawing/2014/main" id="{BBFC6B0D-FE5C-B947-8E51-9842DDBE434A}"/>
              </a:ext>
            </a:extLst>
          </p:cNvPr>
          <p:cNvGrpSpPr/>
          <p:nvPr userDrawn="1"/>
        </p:nvGrpSpPr>
        <p:grpSpPr>
          <a:xfrm>
            <a:off x="164128" y="157289"/>
            <a:ext cx="1793315" cy="304438"/>
            <a:chOff x="164128" y="157289"/>
            <a:chExt cx="1793315" cy="304438"/>
          </a:xfrm>
        </p:grpSpPr>
        <p:sp>
          <p:nvSpPr>
            <p:cNvPr id="20" name="Freeform 19">
              <a:extLst>
                <a:ext uri="{FF2B5EF4-FFF2-40B4-BE49-F238E27FC236}">
                  <a16:creationId xmlns:a16="http://schemas.microsoft.com/office/drawing/2014/main" id="{0566DC34-F0B2-694D-9AF7-83B9B1577F9B}"/>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E440519A-C2E2-964B-9195-BCF532CCBC2F}"/>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accent6"/>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FD3B1EEC-DE33-7B4D-A05E-8564E1E5D42C}"/>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accent6"/>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3" name="Rounded Rectangle 22">
              <a:extLst>
                <a:ext uri="{FF2B5EF4-FFF2-40B4-BE49-F238E27FC236}">
                  <a16:creationId xmlns:a16="http://schemas.microsoft.com/office/drawing/2014/main" id="{F5767A10-074E-8D40-813C-C06AA4E7118E}"/>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24" name="Title 2">
              <a:extLst>
                <a:ext uri="{FF2B5EF4-FFF2-40B4-BE49-F238E27FC236}">
                  <a16:creationId xmlns:a16="http://schemas.microsoft.com/office/drawing/2014/main" id="{56E773F6-361C-044A-94F8-9AE01840E22B}"/>
                </a:ext>
              </a:extLst>
            </p:cNvPr>
            <p:cNvSpPr txBox="1">
              <a:spLocks/>
            </p:cNvSpPr>
            <p:nvPr/>
          </p:nvSpPr>
          <p:spPr>
            <a:xfrm>
              <a:off x="604509" y="157289"/>
              <a:ext cx="135293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individual</a:t>
              </a:r>
            </a:p>
          </p:txBody>
        </p:sp>
        <p:sp>
          <p:nvSpPr>
            <p:cNvPr id="25" name="TextBox 24">
              <a:extLst>
                <a:ext uri="{FF2B5EF4-FFF2-40B4-BE49-F238E27FC236}">
                  <a16:creationId xmlns:a16="http://schemas.microsoft.com/office/drawing/2014/main" id="{1E8B4E66-C59E-9242-A05A-E42AB085DFC1}"/>
                </a:ext>
              </a:extLst>
            </p:cNvPr>
            <p:cNvSpPr txBox="1"/>
            <p:nvPr/>
          </p:nvSpPr>
          <p:spPr>
            <a:xfrm>
              <a:off x="604509" y="286486"/>
              <a:ext cx="1285608"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PowerPoint for data</a:t>
              </a:r>
            </a:p>
          </p:txBody>
        </p:sp>
      </p:grpSp>
      <p:sp>
        <p:nvSpPr>
          <p:cNvPr id="26" name="Rectangle 25">
            <a:hlinkClick r:id="" action="ppaction://noaction"/>
            <a:extLst>
              <a:ext uri="{FF2B5EF4-FFF2-40B4-BE49-F238E27FC236}">
                <a16:creationId xmlns:a16="http://schemas.microsoft.com/office/drawing/2014/main" id="{CBF3025E-1A7D-BF4B-B15C-ADA183AC57C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447167254"/>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Individual: Augmented analytics (GI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63461625-D20F-7A4A-9D4D-004C56AF6069}"/>
              </a:ext>
            </a:extLst>
          </p:cNvPr>
          <p:cNvGrpSpPr/>
          <p:nvPr userDrawn="1"/>
        </p:nvGrpSpPr>
        <p:grpSpPr>
          <a:xfrm>
            <a:off x="164128" y="157289"/>
            <a:ext cx="1793315" cy="304438"/>
            <a:chOff x="164128" y="157289"/>
            <a:chExt cx="1793315" cy="304438"/>
          </a:xfrm>
        </p:grpSpPr>
        <p:sp>
          <p:nvSpPr>
            <p:cNvPr id="11" name="Freeform 10">
              <a:extLst>
                <a:ext uri="{FF2B5EF4-FFF2-40B4-BE49-F238E27FC236}">
                  <a16:creationId xmlns:a16="http://schemas.microsoft.com/office/drawing/2014/main" id="{4E9E07C5-B71C-1F43-AC4D-685F907056A0}"/>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2" name="Freeform 11">
              <a:extLst>
                <a:ext uri="{FF2B5EF4-FFF2-40B4-BE49-F238E27FC236}">
                  <a16:creationId xmlns:a16="http://schemas.microsoft.com/office/drawing/2014/main" id="{A1D376ED-2D1A-F142-990F-EBAB315B62B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3" name="Freeform 12">
              <a:extLst>
                <a:ext uri="{FF2B5EF4-FFF2-40B4-BE49-F238E27FC236}">
                  <a16:creationId xmlns:a16="http://schemas.microsoft.com/office/drawing/2014/main" id="{FB484B68-2E25-A04D-A216-0D7B3E91835F}"/>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35293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individual</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346522"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Augmented analytics</a:t>
              </a:r>
            </a:p>
          </p:txBody>
        </p:sp>
      </p:gr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5" y="1716780"/>
            <a:ext cx="2831146" cy="2041444"/>
          </a:xfrm>
        </p:spPr>
        <p:txBody>
          <a:bodyPr anchor="b"/>
          <a:lstStyle>
            <a:lvl1pPr algn="l">
              <a:defRPr sz="2800"/>
            </a:lvl1pPr>
          </a:lstStyle>
          <a:p>
            <a:r>
              <a:rPr lang="en-US"/>
              <a:t>Click to edit Master title style</a:t>
            </a:r>
          </a:p>
        </p:txBody>
      </p:sp>
      <p:sp>
        <p:nvSpPr>
          <p:cNvPr id="19" name="Rectangle 18">
            <a:hlinkClick r:id="" action="ppaction://noaction"/>
            <a:extLst>
              <a:ext uri="{FF2B5EF4-FFF2-40B4-BE49-F238E27FC236}">
                <a16:creationId xmlns:a16="http://schemas.microsoft.com/office/drawing/2014/main" id="{939D6BE1-06CD-4047-A78C-8967A53A4F8B}"/>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A49C6D0F-3D98-CC4B-9B52-C7D9B9426F64}"/>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2" name="Picture 21">
            <a:extLst>
              <a:ext uri="{FF2B5EF4-FFF2-40B4-BE49-F238E27FC236}">
                <a16:creationId xmlns:a16="http://schemas.microsoft.com/office/drawing/2014/main" id="{F88B7607-7EE5-C649-8399-C9F6E42CBB90}"/>
              </a:ext>
            </a:extLst>
          </p:cNvPr>
          <p:cNvPicPr>
            <a:picLocks noChangeAspect="1"/>
          </p:cNvPicPr>
          <p:nvPr userDrawn="1"/>
        </p:nvPicPr>
        <p:blipFill>
          <a:blip r:embed="rId3"/>
          <a:stretch>
            <a:fillRect/>
          </a:stretch>
        </p:blipFill>
        <p:spPr>
          <a:xfrm>
            <a:off x="3378926" y="717827"/>
            <a:ext cx="8722040" cy="5611179"/>
          </a:xfrm>
          <a:prstGeom prst="rect">
            <a:avLst/>
          </a:prstGeom>
        </p:spPr>
      </p:pic>
      <p:sp>
        <p:nvSpPr>
          <p:cNvPr id="24" name="Text Placeholder 5">
            <a:extLst>
              <a:ext uri="{FF2B5EF4-FFF2-40B4-BE49-F238E27FC236}">
                <a16:creationId xmlns:a16="http://schemas.microsoft.com/office/drawing/2014/main" id="{B82A3978-F824-B545-BE74-B2C10DD5E005}"/>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5" name="Picture Placeholder 9">
            <a:extLst>
              <a:ext uri="{FF2B5EF4-FFF2-40B4-BE49-F238E27FC236}">
                <a16:creationId xmlns:a16="http://schemas.microsoft.com/office/drawing/2014/main" id="{173398F4-01E1-384A-9E3C-69660A4313DF}"/>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3362282177"/>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Individual: Augmented analytics">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8" name="Rectangle 17">
            <a:hlinkClick r:id="" action="ppaction://noaction"/>
            <a:extLst>
              <a:ext uri="{FF2B5EF4-FFF2-40B4-BE49-F238E27FC236}">
                <a16:creationId xmlns:a16="http://schemas.microsoft.com/office/drawing/2014/main" id="{C1AB6F95-B5F2-0745-A330-3FE54C991CA2}"/>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07836859-C7B9-3C41-8057-8C1C824BAE02}"/>
              </a:ext>
            </a:extLst>
          </p:cNvPr>
          <p:cNvSpPr/>
          <p:nvPr userDrawn="1"/>
        </p:nvSpPr>
        <p:spPr bwMode="auto">
          <a:xfrm>
            <a:off x="0" y="166816"/>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5" name="Rectangle 14">
            <a:extLst>
              <a:ext uri="{FF2B5EF4-FFF2-40B4-BE49-F238E27FC236}">
                <a16:creationId xmlns:a16="http://schemas.microsoft.com/office/drawing/2014/main" id="{CD8D6CE0-C2C4-4F4F-B5D2-E2F6FC1CC1CB}"/>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6" name="Rectangle 15">
            <a:extLst>
              <a:ext uri="{FF2B5EF4-FFF2-40B4-BE49-F238E27FC236}">
                <a16:creationId xmlns:a16="http://schemas.microsoft.com/office/drawing/2014/main" id="{287AFE2D-5DD9-DC49-8BD8-2AD303F46097}"/>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7" name="Group 16">
            <a:extLst>
              <a:ext uri="{FF2B5EF4-FFF2-40B4-BE49-F238E27FC236}">
                <a16:creationId xmlns:a16="http://schemas.microsoft.com/office/drawing/2014/main" id="{6D76D8B3-E77E-264E-9223-95965C078626}"/>
              </a:ext>
            </a:extLst>
          </p:cNvPr>
          <p:cNvGrpSpPr/>
          <p:nvPr userDrawn="1"/>
        </p:nvGrpSpPr>
        <p:grpSpPr>
          <a:xfrm>
            <a:off x="293688" y="157289"/>
            <a:ext cx="1352934" cy="298474"/>
            <a:chOff x="433059" y="157289"/>
            <a:chExt cx="1352934" cy="298474"/>
          </a:xfrm>
        </p:grpSpPr>
        <p:sp>
          <p:nvSpPr>
            <p:cNvPr id="19" name="Title 2">
              <a:extLst>
                <a:ext uri="{FF2B5EF4-FFF2-40B4-BE49-F238E27FC236}">
                  <a16:creationId xmlns:a16="http://schemas.microsoft.com/office/drawing/2014/main" id="{D255413A-2632-FC44-959B-F61B64B3C82E}"/>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20" name="TextBox 19">
              <a:extLst>
                <a:ext uri="{FF2B5EF4-FFF2-40B4-BE49-F238E27FC236}">
                  <a16:creationId xmlns:a16="http://schemas.microsoft.com/office/drawing/2014/main" id="{CD8B9713-519C-1442-99DC-B2DD207C0FB4}"/>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1474597337"/>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Individual: Augmented analytics (Title Left)">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3" y="2875002"/>
            <a:ext cx="4407397" cy="1107996"/>
          </a:xfrm>
        </p:spPr>
        <p:txBody>
          <a:bodyPr anchor="ctr"/>
          <a:lstStyle>
            <a:lvl1pPr algn="l">
              <a:defRPr/>
            </a:lvl1pPr>
          </a:lstStyle>
          <a:p>
            <a:r>
              <a:rPr lang="en-US"/>
              <a:t>Click to edit Master title style</a:t>
            </a:r>
          </a:p>
        </p:txBody>
      </p:sp>
      <p:sp>
        <p:nvSpPr>
          <p:cNvPr id="13" name="Rectangle 12">
            <a:hlinkClick r:id="" action="ppaction://noaction"/>
            <a:extLst>
              <a:ext uri="{FF2B5EF4-FFF2-40B4-BE49-F238E27FC236}">
                <a16:creationId xmlns:a16="http://schemas.microsoft.com/office/drawing/2014/main" id="{CF5BBE0C-223E-0C4A-BEBA-67FCC89ADBC4}"/>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BCD9A895-0652-9542-967F-55EEA4613287}"/>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2AF91BE2-FCDF-AB42-9F02-8FC766D9CD17}"/>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40B58B34-9A7D-A34F-9DD8-4E3716FD9F2A}"/>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2" name="Group 11">
            <a:extLst>
              <a:ext uri="{FF2B5EF4-FFF2-40B4-BE49-F238E27FC236}">
                <a16:creationId xmlns:a16="http://schemas.microsoft.com/office/drawing/2014/main" id="{4331F855-7D89-D14C-9755-EFE70A89A7F5}"/>
              </a:ext>
            </a:extLst>
          </p:cNvPr>
          <p:cNvGrpSpPr/>
          <p:nvPr userDrawn="1"/>
        </p:nvGrpSpPr>
        <p:grpSpPr>
          <a:xfrm>
            <a:off x="293688" y="157289"/>
            <a:ext cx="1352934" cy="298474"/>
            <a:chOff x="433059" y="157289"/>
            <a:chExt cx="1352934" cy="298474"/>
          </a:xfrm>
        </p:grpSpPr>
        <p:sp>
          <p:nvSpPr>
            <p:cNvPr id="17" name="Title 2">
              <a:extLst>
                <a:ext uri="{FF2B5EF4-FFF2-40B4-BE49-F238E27FC236}">
                  <a16:creationId xmlns:a16="http://schemas.microsoft.com/office/drawing/2014/main" id="{F27294D1-23EE-7D46-BBF0-F6031277BF5C}"/>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18" name="TextBox 17">
              <a:extLst>
                <a:ext uri="{FF2B5EF4-FFF2-40B4-BE49-F238E27FC236}">
                  <a16:creationId xmlns:a16="http://schemas.microsoft.com/office/drawing/2014/main" id="{EC10EB76-9FF5-EC4A-9786-63A97BC8018D}"/>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641291834"/>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Individual: Insights on the move">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7" name="Rectangle 16">
            <a:hlinkClick r:id="" action="ppaction://noaction"/>
            <a:extLst>
              <a:ext uri="{FF2B5EF4-FFF2-40B4-BE49-F238E27FC236}">
                <a16:creationId xmlns:a16="http://schemas.microsoft.com/office/drawing/2014/main" id="{0DF0C6E3-A998-C043-B31E-FB424716D333}"/>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70BA1D38-9930-8044-86EA-E247480DC4F6}"/>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28B0A5F-805B-C149-8C2D-A20A6A633686}"/>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89E96B56-DF46-654A-B782-77E02B3008EE}"/>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2" name="Group 11">
            <a:extLst>
              <a:ext uri="{FF2B5EF4-FFF2-40B4-BE49-F238E27FC236}">
                <a16:creationId xmlns:a16="http://schemas.microsoft.com/office/drawing/2014/main" id="{830B0F5E-FA3B-2647-B9F1-4F6E046E991A}"/>
              </a:ext>
            </a:extLst>
          </p:cNvPr>
          <p:cNvGrpSpPr/>
          <p:nvPr userDrawn="1"/>
        </p:nvGrpSpPr>
        <p:grpSpPr>
          <a:xfrm>
            <a:off x="293688" y="157289"/>
            <a:ext cx="1352934" cy="298474"/>
            <a:chOff x="433059" y="157289"/>
            <a:chExt cx="1352934" cy="298474"/>
          </a:xfrm>
        </p:grpSpPr>
        <p:sp>
          <p:nvSpPr>
            <p:cNvPr id="13" name="Title 2">
              <a:extLst>
                <a:ext uri="{FF2B5EF4-FFF2-40B4-BE49-F238E27FC236}">
                  <a16:creationId xmlns:a16="http://schemas.microsoft.com/office/drawing/2014/main" id="{D58925DA-C1BB-0840-AA16-EE69A29DD318}"/>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14" name="TextBox 13">
              <a:extLst>
                <a:ext uri="{FF2B5EF4-FFF2-40B4-BE49-F238E27FC236}">
                  <a16:creationId xmlns:a16="http://schemas.microsoft.com/office/drawing/2014/main" id="{25283C67-9B10-DB49-913A-FAD7E9E8D127}"/>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1282295807"/>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Individual: Insights on the move (Title Left)">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20" name="Title 2">
            <a:extLst>
              <a:ext uri="{FF2B5EF4-FFF2-40B4-BE49-F238E27FC236}">
                <a16:creationId xmlns:a16="http://schemas.microsoft.com/office/drawing/2014/main" id="{22BAD942-B6C2-964E-897D-D987E43FA38B}"/>
              </a:ext>
            </a:extLst>
          </p:cNvPr>
          <p:cNvSpPr>
            <a:spLocks noGrp="1"/>
          </p:cNvSpPr>
          <p:nvPr>
            <p:ph type="title"/>
          </p:nvPr>
        </p:nvSpPr>
        <p:spPr>
          <a:xfrm>
            <a:off x="582615" y="1716780"/>
            <a:ext cx="2831146" cy="2041444"/>
          </a:xfrm>
        </p:spPr>
        <p:txBody>
          <a:bodyPr anchor="b"/>
          <a:lstStyle>
            <a:lvl1pPr algn="l">
              <a:defRPr sz="2800"/>
            </a:lvl1pPr>
          </a:lstStyle>
          <a:p>
            <a:r>
              <a:rPr lang="en-US"/>
              <a:t>Click to edit Master title style</a:t>
            </a:r>
          </a:p>
        </p:txBody>
      </p:sp>
      <p:sp>
        <p:nvSpPr>
          <p:cNvPr id="21" name="Text Placeholder 5">
            <a:extLst>
              <a:ext uri="{FF2B5EF4-FFF2-40B4-BE49-F238E27FC236}">
                <a16:creationId xmlns:a16="http://schemas.microsoft.com/office/drawing/2014/main" id="{DF0461B8-1601-E343-A49B-7992EA1D27A9}"/>
              </a:ext>
            </a:extLst>
          </p:cNvPr>
          <p:cNvSpPr>
            <a:spLocks noGrp="1"/>
          </p:cNvSpPr>
          <p:nvPr>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Rectangle 33">
            <a:extLst>
              <a:ext uri="{FF2B5EF4-FFF2-40B4-BE49-F238E27FC236}">
                <a16:creationId xmlns:a16="http://schemas.microsoft.com/office/drawing/2014/main" id="{8C0D0DD5-FBC8-ED47-9D70-D794475055B3}"/>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63C43389-A724-EE40-888C-CEB8E5CB4C19}"/>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634851CA-B9B2-834E-89A7-86EEFDE077A0}"/>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2" name="Group 11">
            <a:extLst>
              <a:ext uri="{FF2B5EF4-FFF2-40B4-BE49-F238E27FC236}">
                <a16:creationId xmlns:a16="http://schemas.microsoft.com/office/drawing/2014/main" id="{2EEF4B87-1792-ED4B-8746-D6A1118DC3BE}"/>
              </a:ext>
            </a:extLst>
          </p:cNvPr>
          <p:cNvGrpSpPr/>
          <p:nvPr userDrawn="1"/>
        </p:nvGrpSpPr>
        <p:grpSpPr>
          <a:xfrm>
            <a:off x="293688" y="157289"/>
            <a:ext cx="1352934" cy="298474"/>
            <a:chOff x="433059" y="157289"/>
            <a:chExt cx="1352934" cy="298474"/>
          </a:xfrm>
        </p:grpSpPr>
        <p:sp>
          <p:nvSpPr>
            <p:cNvPr id="13" name="Title 2">
              <a:extLst>
                <a:ext uri="{FF2B5EF4-FFF2-40B4-BE49-F238E27FC236}">
                  <a16:creationId xmlns:a16="http://schemas.microsoft.com/office/drawing/2014/main" id="{D293E590-B8BB-4140-A78E-3DEECE43845E}"/>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 Every Office User</a:t>
              </a:r>
            </a:p>
          </p:txBody>
        </p:sp>
        <p:sp>
          <p:nvSpPr>
            <p:cNvPr id="14" name="TextBox 13">
              <a:extLst>
                <a:ext uri="{FF2B5EF4-FFF2-40B4-BE49-F238E27FC236}">
                  <a16:creationId xmlns:a16="http://schemas.microsoft.com/office/drawing/2014/main" id="{0FB75013-3AC5-1143-AB96-82429A0C0FAF}"/>
                </a:ext>
              </a:extLst>
            </p:cNvPr>
            <p:cNvSpPr txBox="1"/>
            <p:nvPr userDrawn="1"/>
          </p:nvSpPr>
          <p:spPr>
            <a:xfrm>
              <a:off x="433059" y="286486"/>
              <a:ext cx="1352934"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Familiar and Intuitive</a:t>
              </a:r>
            </a:p>
          </p:txBody>
        </p:sp>
      </p:grpSp>
    </p:spTree>
    <p:extLst>
      <p:ext uri="{BB962C8B-B14F-4D97-AF65-F5344CB8AC3E}">
        <p14:creationId xmlns:p14="http://schemas.microsoft.com/office/powerpoint/2010/main" val="3961310540"/>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eam: Productivity (GIF)">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246C022-10CF-3A4A-B7FD-89C302A3D35D}"/>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1" name="Picture 20">
            <a:extLst>
              <a:ext uri="{FF2B5EF4-FFF2-40B4-BE49-F238E27FC236}">
                <a16:creationId xmlns:a16="http://schemas.microsoft.com/office/drawing/2014/main" id="{FEC8ED4B-2DE5-8145-8D21-3A838EA823F7}"/>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343797"/>
            <a:ext cx="2839855" cy="1414427"/>
          </a:xfrm>
        </p:spPr>
        <p:txBody>
          <a:bodyPr anchor="b"/>
          <a:lstStyle>
            <a:lvl1pPr algn="l">
              <a:defRPr sz="2800"/>
            </a:lvl1pPr>
          </a:lstStyle>
          <a:p>
            <a:r>
              <a:rPr lang="en-US"/>
              <a:t>Click to edit Master title style</a:t>
            </a:r>
          </a:p>
        </p:txBody>
      </p:sp>
      <p:sp>
        <p:nvSpPr>
          <p:cNvPr id="22" name="Text Placeholder 5">
            <a:extLst>
              <a:ext uri="{FF2B5EF4-FFF2-40B4-BE49-F238E27FC236}">
                <a16:creationId xmlns:a16="http://schemas.microsoft.com/office/drawing/2014/main" id="{3FB1DC5C-0508-BA4D-90B6-30E164B7848D}"/>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3" name="Picture Placeholder 9">
            <a:extLst>
              <a:ext uri="{FF2B5EF4-FFF2-40B4-BE49-F238E27FC236}">
                <a16:creationId xmlns:a16="http://schemas.microsoft.com/office/drawing/2014/main" id="{24B40957-4743-D044-ABC0-AFEE4B3A211D}"/>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19" name="Rectangle 18">
            <a:extLst>
              <a:ext uri="{FF2B5EF4-FFF2-40B4-BE49-F238E27FC236}">
                <a16:creationId xmlns:a16="http://schemas.microsoft.com/office/drawing/2014/main" id="{F3868A81-6C2C-5041-B7E1-1C07B434150B}"/>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4" name="Rectangle 23">
            <a:extLst>
              <a:ext uri="{FF2B5EF4-FFF2-40B4-BE49-F238E27FC236}">
                <a16:creationId xmlns:a16="http://schemas.microsoft.com/office/drawing/2014/main" id="{D7C1AD59-E379-3F46-B323-811466794C33}"/>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A569B57F-0FC5-A84E-BDED-FEA6863BB697}"/>
              </a:ext>
            </a:extLst>
          </p:cNvPr>
          <p:cNvGrpSpPr/>
          <p:nvPr userDrawn="1"/>
        </p:nvGrpSpPr>
        <p:grpSpPr>
          <a:xfrm>
            <a:off x="293688" y="157289"/>
            <a:ext cx="1261564" cy="298474"/>
            <a:chOff x="433059" y="157289"/>
            <a:chExt cx="1261564" cy="298474"/>
          </a:xfrm>
        </p:grpSpPr>
        <p:sp>
          <p:nvSpPr>
            <p:cNvPr id="14" name="Title 2">
              <a:extLst>
                <a:ext uri="{FF2B5EF4-FFF2-40B4-BE49-F238E27FC236}">
                  <a16:creationId xmlns:a16="http://schemas.microsoft.com/office/drawing/2014/main" id="{EEB0636D-87E9-F94C-826A-ECD2F903E2E9}"/>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5" name="TextBox 14">
              <a:extLst>
                <a:ext uri="{FF2B5EF4-FFF2-40B4-BE49-F238E27FC236}">
                  <a16:creationId xmlns:a16="http://schemas.microsoft.com/office/drawing/2014/main" id="{928A5030-6264-FF49-B6FF-21A12B237D67}"/>
                </a:ext>
              </a:extLst>
            </p:cNvPr>
            <p:cNvSpPr txBox="1"/>
            <p:nvPr userDrawn="1"/>
          </p:nvSpPr>
          <p:spPr>
            <a:xfrm>
              <a:off x="433059" y="286486"/>
              <a:ext cx="1005083"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Built into Office</a:t>
              </a:r>
            </a:p>
          </p:txBody>
        </p:sp>
      </p:grpSp>
    </p:spTree>
    <p:extLst>
      <p:ext uri="{BB962C8B-B14F-4D97-AF65-F5344CB8AC3E}">
        <p14:creationId xmlns:p14="http://schemas.microsoft.com/office/powerpoint/2010/main" val="3403045676"/>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eam: Productivity">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36" name="Rectangle 35">
            <a:extLst>
              <a:ext uri="{FF2B5EF4-FFF2-40B4-BE49-F238E27FC236}">
                <a16:creationId xmlns:a16="http://schemas.microsoft.com/office/drawing/2014/main" id="{8BDA9444-8F10-654B-9C7E-A4F4D08AA0DA}"/>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87E9F203-FD40-7E46-BC5A-8424B9A241E3}"/>
              </a:ext>
            </a:extLst>
          </p:cNvPr>
          <p:cNvGrpSpPr/>
          <p:nvPr userDrawn="1"/>
        </p:nvGrpSpPr>
        <p:grpSpPr>
          <a:xfrm>
            <a:off x="164128" y="157289"/>
            <a:ext cx="1572101" cy="304438"/>
            <a:chOff x="164128" y="157289"/>
            <a:chExt cx="1572101" cy="304438"/>
          </a:xfrm>
        </p:grpSpPr>
        <p:sp>
          <p:nvSpPr>
            <p:cNvPr id="38" name="Freeform 37">
              <a:extLst>
                <a:ext uri="{FF2B5EF4-FFF2-40B4-BE49-F238E27FC236}">
                  <a16:creationId xmlns:a16="http://schemas.microsoft.com/office/drawing/2014/main" id="{21AE30E0-5218-9C45-851E-384DA10D4752}"/>
                </a:ext>
              </a:extLst>
            </p:cNvPr>
            <p:cNvSpPr/>
            <p:nvPr userDrawn="1"/>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39" name="Freeform 38">
              <a:extLst>
                <a:ext uri="{FF2B5EF4-FFF2-40B4-BE49-F238E27FC236}">
                  <a16:creationId xmlns:a16="http://schemas.microsoft.com/office/drawing/2014/main" id="{B27938F8-EF03-0643-A34E-47EFD0D45983}"/>
                </a:ext>
              </a:extLst>
            </p:cNvPr>
            <p:cNvSpPr/>
            <p:nvPr userDrawn="1"/>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40" name="Freeform 39">
              <a:extLst>
                <a:ext uri="{FF2B5EF4-FFF2-40B4-BE49-F238E27FC236}">
                  <a16:creationId xmlns:a16="http://schemas.microsoft.com/office/drawing/2014/main" id="{A9B187DB-46A7-1043-A738-CDC1C4F7CF4D}"/>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41" name="Rounded Rectangle 40">
              <a:extLst>
                <a:ext uri="{FF2B5EF4-FFF2-40B4-BE49-F238E27FC236}">
                  <a16:creationId xmlns:a16="http://schemas.microsoft.com/office/drawing/2014/main" id="{C4901EE1-B334-D341-9AE1-E7F02D330CAF}"/>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42" name="Title 2">
              <a:extLst>
                <a:ext uri="{FF2B5EF4-FFF2-40B4-BE49-F238E27FC236}">
                  <a16:creationId xmlns:a16="http://schemas.microsoft.com/office/drawing/2014/main" id="{9346567C-2CD0-FC4F-B966-03476F1F85C7}"/>
                </a:ext>
              </a:extLst>
            </p:cNvPr>
            <p:cNvSpPr txBox="1">
              <a:spLocks/>
            </p:cNvSpPr>
            <p:nvPr/>
          </p:nvSpPr>
          <p:spPr>
            <a:xfrm>
              <a:off x="604509" y="157289"/>
              <a:ext cx="1131720"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team</a:t>
              </a:r>
            </a:p>
          </p:txBody>
        </p:sp>
        <p:sp>
          <p:nvSpPr>
            <p:cNvPr id="43" name="TextBox 42">
              <a:extLst>
                <a:ext uri="{FF2B5EF4-FFF2-40B4-BE49-F238E27FC236}">
                  <a16:creationId xmlns:a16="http://schemas.microsoft.com/office/drawing/2014/main" id="{33A3B67F-3825-324F-90C2-1A774DCF77F8}"/>
                </a:ext>
              </a:extLst>
            </p:cNvPr>
            <p:cNvSpPr txBox="1"/>
            <p:nvPr/>
          </p:nvSpPr>
          <p:spPr>
            <a:xfrm>
              <a:off x="604509" y="286486"/>
              <a:ext cx="772647"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Productivity</a:t>
              </a:r>
            </a:p>
          </p:txBody>
        </p:sp>
      </p:grpSp>
      <p:sp>
        <p:nvSpPr>
          <p:cNvPr id="44" name="Rectangle 43">
            <a:hlinkClick r:id="" action="ppaction://noaction"/>
            <a:extLst>
              <a:ext uri="{FF2B5EF4-FFF2-40B4-BE49-F238E27FC236}">
                <a16:creationId xmlns:a16="http://schemas.microsoft.com/office/drawing/2014/main" id="{95DDBD0B-DB63-FD43-91CA-D57FD6F4DBE4}"/>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Rectangle 16">
            <a:hlinkClick r:id="" action="ppaction://noaction"/>
            <a:extLst>
              <a:ext uri="{FF2B5EF4-FFF2-40B4-BE49-F238E27FC236}">
                <a16:creationId xmlns:a16="http://schemas.microsoft.com/office/drawing/2014/main" id="{33A372C3-A621-5348-A03A-0A3F62BF7015}"/>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972978870"/>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eam: Productivity (Title + Subtitle)">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7664" cy="553998"/>
          </a:xfrm>
        </p:spPr>
        <p:txBody>
          <a:bodyPr/>
          <a:lstStyle>
            <a:lvl1pPr algn="ctr">
              <a:defRPr/>
            </a:lvl1pPr>
          </a:lstStyle>
          <a:p>
            <a:r>
              <a:rPr lang="en-US"/>
              <a:t>Click to edit Master title style</a:t>
            </a:r>
          </a:p>
        </p:txBody>
      </p:sp>
      <p:sp>
        <p:nvSpPr>
          <p:cNvPr id="18" name="Text Placeholder 5">
            <a:extLst>
              <a:ext uri="{FF2B5EF4-FFF2-40B4-BE49-F238E27FC236}">
                <a16:creationId xmlns:a16="http://schemas.microsoft.com/office/drawing/2014/main" id="{14C12FDB-0D1D-2D4E-92AD-F6E526CCE019}"/>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17" name="Rectangle 16">
            <a:extLst>
              <a:ext uri="{FF2B5EF4-FFF2-40B4-BE49-F238E27FC236}">
                <a16:creationId xmlns:a16="http://schemas.microsoft.com/office/drawing/2014/main" id="{7EFA4696-EF14-994C-8C0D-8629ECE10249}"/>
              </a:ext>
            </a:extLst>
          </p:cNvPr>
          <p:cNvSpPr/>
          <p:nvPr userDrawn="1"/>
        </p:nvSpPr>
        <p:spPr bwMode="auto">
          <a:xfrm>
            <a:off x="0" y="1597"/>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9" name="Group 18">
            <a:extLst>
              <a:ext uri="{FF2B5EF4-FFF2-40B4-BE49-F238E27FC236}">
                <a16:creationId xmlns:a16="http://schemas.microsoft.com/office/drawing/2014/main" id="{CDD52FB8-0430-D248-9052-DC7F71ACD71B}"/>
              </a:ext>
            </a:extLst>
          </p:cNvPr>
          <p:cNvGrpSpPr/>
          <p:nvPr userDrawn="1"/>
        </p:nvGrpSpPr>
        <p:grpSpPr>
          <a:xfrm>
            <a:off x="164128" y="158886"/>
            <a:ext cx="1572101" cy="304438"/>
            <a:chOff x="164128" y="157289"/>
            <a:chExt cx="1572101" cy="304438"/>
          </a:xfrm>
        </p:grpSpPr>
        <p:sp>
          <p:nvSpPr>
            <p:cNvPr id="21" name="Freeform 20">
              <a:extLst>
                <a:ext uri="{FF2B5EF4-FFF2-40B4-BE49-F238E27FC236}">
                  <a16:creationId xmlns:a16="http://schemas.microsoft.com/office/drawing/2014/main" id="{5728F628-351F-DF43-BFEA-3EC489BF6251}"/>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4710783E-F277-FB43-B8A6-42736956F25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DBBB85C3-1B5D-1242-92B3-B938D338DDE6}"/>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L="0" marR="0" lvl="0" indent="0" algn="ctr" defTabSz="914049" eaLnBrk="1" fontAlgn="auto" latinLnBrk="0" hangingPunct="1">
                <a:lnSpc>
                  <a:spcPct val="100000"/>
                </a:lnSpc>
                <a:spcBef>
                  <a:spcPts val="0"/>
                </a:spcBef>
                <a:spcAft>
                  <a:spcPts val="0"/>
                </a:spcAft>
                <a:buClrTx/>
                <a:buSzTx/>
                <a:buFontTx/>
                <a:buNone/>
                <a:tabLst/>
                <a:defRPr/>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24" name="Rounded Rectangle 23">
              <a:extLst>
                <a:ext uri="{FF2B5EF4-FFF2-40B4-BE49-F238E27FC236}">
                  <a16:creationId xmlns:a16="http://schemas.microsoft.com/office/drawing/2014/main" id="{5DCF3E94-0AFA-1744-9BBE-5B8ECE8872A4}"/>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25" name="Title 2">
              <a:extLst>
                <a:ext uri="{FF2B5EF4-FFF2-40B4-BE49-F238E27FC236}">
                  <a16:creationId xmlns:a16="http://schemas.microsoft.com/office/drawing/2014/main" id="{5EE2A01B-47D3-2547-9C80-C28FDC805E1D}"/>
                </a:ext>
              </a:extLst>
            </p:cNvPr>
            <p:cNvSpPr txBox="1">
              <a:spLocks/>
            </p:cNvSpPr>
            <p:nvPr/>
          </p:nvSpPr>
          <p:spPr>
            <a:xfrm>
              <a:off x="604509" y="157289"/>
              <a:ext cx="1131720"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Empowering every team</a:t>
              </a:r>
            </a:p>
          </p:txBody>
        </p:sp>
        <p:sp>
          <p:nvSpPr>
            <p:cNvPr id="26" name="TextBox 25">
              <a:extLst>
                <a:ext uri="{FF2B5EF4-FFF2-40B4-BE49-F238E27FC236}">
                  <a16:creationId xmlns:a16="http://schemas.microsoft.com/office/drawing/2014/main" id="{BE7979B0-4175-834A-9592-08200DB15CDD}"/>
                </a:ext>
              </a:extLst>
            </p:cNvPr>
            <p:cNvSpPr txBox="1"/>
            <p:nvPr/>
          </p:nvSpPr>
          <p:spPr>
            <a:xfrm>
              <a:off x="604509" y="286486"/>
              <a:ext cx="772647"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Productivity</a:t>
              </a:r>
            </a:p>
          </p:txBody>
        </p:sp>
      </p:grpSp>
      <p:sp>
        <p:nvSpPr>
          <p:cNvPr id="27" name="Rectangle 26">
            <a:hlinkClick r:id="" action="ppaction://noaction"/>
            <a:extLst>
              <a:ext uri="{FF2B5EF4-FFF2-40B4-BE49-F238E27FC236}">
                <a16:creationId xmlns:a16="http://schemas.microsoft.com/office/drawing/2014/main" id="{C9988CA1-BAF9-C04D-BB08-2881BAD6B48A}"/>
              </a:ext>
            </a:extLst>
          </p:cNvPr>
          <p:cNvSpPr/>
          <p:nvPr userDrawn="1"/>
        </p:nvSpPr>
        <p:spPr bwMode="auto">
          <a:xfrm>
            <a:off x="0" y="1597"/>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0" name="Rectangle 19">
            <a:hlinkClick r:id="" action="ppaction://noaction"/>
            <a:extLst>
              <a:ext uri="{FF2B5EF4-FFF2-40B4-BE49-F238E27FC236}">
                <a16:creationId xmlns:a16="http://schemas.microsoft.com/office/drawing/2014/main" id="{44E27974-37DE-4141-B19A-087B3F94DAA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583813839"/>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eam: Action (GIF)">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D677294-A1FE-4F42-91B7-5151788AFDCC}"/>
              </a:ext>
            </a:extLst>
          </p:cNvPr>
          <p:cNvSpPr/>
          <p:nvPr userDrawn="1"/>
        </p:nvSpPr>
        <p:spPr bwMode="auto">
          <a:xfrm>
            <a:off x="4014651" y="1456267"/>
            <a:ext cx="7445829" cy="421301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7" name="Picture 26">
            <a:extLst>
              <a:ext uri="{FF2B5EF4-FFF2-40B4-BE49-F238E27FC236}">
                <a16:creationId xmlns:a16="http://schemas.microsoft.com/office/drawing/2014/main" id="{AE688B2F-B5ED-6E47-B912-A487959973DB}"/>
              </a:ext>
            </a:extLst>
          </p:cNvPr>
          <p:cNvPicPr>
            <a:picLocks noChangeAspect="1"/>
          </p:cNvPicPr>
          <p:nvPr userDrawn="1"/>
        </p:nvPicPr>
        <p:blipFill>
          <a:blip r:embed="rId2"/>
          <a:stretch>
            <a:fillRect/>
          </a:stretch>
        </p:blipFill>
        <p:spPr>
          <a:xfrm>
            <a:off x="3378926" y="717827"/>
            <a:ext cx="8722040" cy="5611179"/>
          </a:xfrm>
          <a:prstGeom prst="rect">
            <a:avLst/>
          </a:prstGeom>
        </p:spPr>
      </p:pic>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509260"/>
            <a:ext cx="2839855" cy="1248964"/>
          </a:xfrm>
        </p:spPr>
        <p:txBody>
          <a:bodyPr anchor="b"/>
          <a:lstStyle>
            <a:lvl1pPr algn="l">
              <a:defRPr sz="2800"/>
            </a:lvl1pPr>
          </a:lstStyle>
          <a:p>
            <a:r>
              <a:rPr lang="en-US"/>
              <a:t>Click to edit Master title style</a:t>
            </a:r>
          </a:p>
        </p:txBody>
      </p:sp>
      <p:sp>
        <p:nvSpPr>
          <p:cNvPr id="23" name="Text Placeholder 5">
            <a:extLst>
              <a:ext uri="{FF2B5EF4-FFF2-40B4-BE49-F238E27FC236}">
                <a16:creationId xmlns:a16="http://schemas.microsoft.com/office/drawing/2014/main" id="{3309986B-9024-2644-86D1-33D6057DACB8}"/>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4" name="Picture Placeholder 9">
            <a:extLst>
              <a:ext uri="{FF2B5EF4-FFF2-40B4-BE49-F238E27FC236}">
                <a16:creationId xmlns:a16="http://schemas.microsoft.com/office/drawing/2014/main" id="{2203B53F-2EC9-0945-8FBF-B933716278C5}"/>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13" name="Rectangle 12">
            <a:extLst>
              <a:ext uri="{FF2B5EF4-FFF2-40B4-BE49-F238E27FC236}">
                <a16:creationId xmlns:a16="http://schemas.microsoft.com/office/drawing/2014/main" id="{ABB0BB31-658E-7E43-8E9B-FE02C240257F}"/>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CB5DF2CB-277B-4A4C-B583-C1293608AF79}"/>
              </a:ext>
            </a:extLst>
          </p:cNvPr>
          <p:cNvGrpSpPr/>
          <p:nvPr userDrawn="1"/>
        </p:nvGrpSpPr>
        <p:grpSpPr>
          <a:xfrm>
            <a:off x="293688" y="157289"/>
            <a:ext cx="1261564" cy="298474"/>
            <a:chOff x="433059" y="157289"/>
            <a:chExt cx="1261564" cy="298474"/>
          </a:xfrm>
        </p:grpSpPr>
        <p:sp>
          <p:nvSpPr>
            <p:cNvPr id="15" name="Title 2">
              <a:extLst>
                <a:ext uri="{FF2B5EF4-FFF2-40B4-BE49-F238E27FC236}">
                  <a16:creationId xmlns:a16="http://schemas.microsoft.com/office/drawing/2014/main" id="{5AE25B72-B187-1740-AEE1-B2E36DD5FE69}"/>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6" name="TextBox 15">
              <a:extLst>
                <a:ext uri="{FF2B5EF4-FFF2-40B4-BE49-F238E27FC236}">
                  <a16:creationId xmlns:a16="http://schemas.microsoft.com/office/drawing/2014/main" id="{7895F6F0-62D0-5B4C-8086-20FF1277C208}"/>
                </a:ext>
              </a:extLst>
            </p:cNvPr>
            <p:cNvSpPr txBox="1"/>
            <p:nvPr userDrawn="1"/>
          </p:nvSpPr>
          <p:spPr>
            <a:xfrm>
              <a:off x="433059" y="286486"/>
              <a:ext cx="1067600"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Insight to Action</a:t>
              </a:r>
            </a:p>
          </p:txBody>
        </p:sp>
      </p:grpSp>
    </p:spTree>
    <p:extLst>
      <p:ext uri="{BB962C8B-B14F-4D97-AF65-F5344CB8AC3E}">
        <p14:creationId xmlns:p14="http://schemas.microsoft.com/office/powerpoint/2010/main" val="998401397"/>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eams: Action">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9" name="Rectangle 8">
            <a:extLst>
              <a:ext uri="{FF2B5EF4-FFF2-40B4-BE49-F238E27FC236}">
                <a16:creationId xmlns:a16="http://schemas.microsoft.com/office/drawing/2014/main" id="{80AB90AA-28CE-E24D-B077-CD60DE4C994E}"/>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BBB9BCD-362B-3C44-BD30-945A5C472FA3}"/>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1" name="Group 10">
            <a:extLst>
              <a:ext uri="{FF2B5EF4-FFF2-40B4-BE49-F238E27FC236}">
                <a16:creationId xmlns:a16="http://schemas.microsoft.com/office/drawing/2014/main" id="{5649F578-2BED-9743-803A-B9E186824113}"/>
              </a:ext>
            </a:extLst>
          </p:cNvPr>
          <p:cNvGrpSpPr/>
          <p:nvPr userDrawn="1"/>
        </p:nvGrpSpPr>
        <p:grpSpPr>
          <a:xfrm>
            <a:off x="293688" y="157289"/>
            <a:ext cx="1261564" cy="298474"/>
            <a:chOff x="433059" y="157289"/>
            <a:chExt cx="1261564" cy="298474"/>
          </a:xfrm>
        </p:grpSpPr>
        <p:sp>
          <p:nvSpPr>
            <p:cNvPr id="12" name="Title 2">
              <a:extLst>
                <a:ext uri="{FF2B5EF4-FFF2-40B4-BE49-F238E27FC236}">
                  <a16:creationId xmlns:a16="http://schemas.microsoft.com/office/drawing/2014/main" id="{DD650B2A-83A3-AB4E-AD52-B29360F96307}"/>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3" name="TextBox 12">
              <a:extLst>
                <a:ext uri="{FF2B5EF4-FFF2-40B4-BE49-F238E27FC236}">
                  <a16:creationId xmlns:a16="http://schemas.microsoft.com/office/drawing/2014/main" id="{02482F0E-6C06-D34E-AA13-7EB38FA909EF}"/>
                </a:ext>
              </a:extLst>
            </p:cNvPr>
            <p:cNvSpPr txBox="1"/>
            <p:nvPr userDrawn="1"/>
          </p:nvSpPr>
          <p:spPr>
            <a:xfrm>
              <a:off x="433059" y="286486"/>
              <a:ext cx="1067600"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Insight to Action</a:t>
              </a:r>
            </a:p>
          </p:txBody>
        </p:sp>
      </p:grpSp>
    </p:spTree>
    <p:extLst>
      <p:ext uri="{BB962C8B-B14F-4D97-AF65-F5344CB8AC3E}">
        <p14:creationId xmlns:p14="http://schemas.microsoft.com/office/powerpoint/2010/main" val="3961810373"/>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eam: Collaboration (GIF)">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1934494"/>
            <a:ext cx="2839855" cy="1823730"/>
          </a:xfrm>
        </p:spPr>
        <p:txBody>
          <a:bodyPr anchor="b"/>
          <a:lstStyle>
            <a:lvl1pPr algn="l">
              <a:defRPr sz="2800"/>
            </a:lvl1pPr>
          </a:lstStyle>
          <a:p>
            <a:r>
              <a:rPr lang="en-US"/>
              <a:t>Click to edit Master title style</a:t>
            </a:r>
          </a:p>
        </p:txBody>
      </p:sp>
      <p:sp>
        <p:nvSpPr>
          <p:cNvPr id="23" name="Rectangle 22">
            <a:extLst>
              <a:ext uri="{FF2B5EF4-FFF2-40B4-BE49-F238E27FC236}">
                <a16:creationId xmlns:a16="http://schemas.microsoft.com/office/drawing/2014/main" id="{1ABB7EA5-0AC8-9C41-A7F0-1FC322909001}"/>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4" name="Picture 23">
            <a:extLst>
              <a:ext uri="{FF2B5EF4-FFF2-40B4-BE49-F238E27FC236}">
                <a16:creationId xmlns:a16="http://schemas.microsoft.com/office/drawing/2014/main" id="{C3679A93-A745-6649-AE64-3137E5FAF65D}"/>
              </a:ext>
            </a:extLst>
          </p:cNvPr>
          <p:cNvPicPr>
            <a:picLocks noChangeAspect="1"/>
          </p:cNvPicPr>
          <p:nvPr userDrawn="1"/>
        </p:nvPicPr>
        <p:blipFill>
          <a:blip r:embed="rId3"/>
          <a:stretch>
            <a:fillRect/>
          </a:stretch>
        </p:blipFill>
        <p:spPr>
          <a:xfrm>
            <a:off x="3378926" y="717827"/>
            <a:ext cx="8722040" cy="5611179"/>
          </a:xfrm>
          <a:prstGeom prst="rect">
            <a:avLst/>
          </a:prstGeom>
        </p:spPr>
      </p:pic>
      <p:sp>
        <p:nvSpPr>
          <p:cNvPr id="25" name="Picture Placeholder 9">
            <a:extLst>
              <a:ext uri="{FF2B5EF4-FFF2-40B4-BE49-F238E27FC236}">
                <a16:creationId xmlns:a16="http://schemas.microsoft.com/office/drawing/2014/main" id="{99A58F40-3C2D-4B46-BE4E-B175053C28D6}"/>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
        <p:nvSpPr>
          <p:cNvPr id="27" name="Text Placeholder 5">
            <a:extLst>
              <a:ext uri="{FF2B5EF4-FFF2-40B4-BE49-F238E27FC236}">
                <a16:creationId xmlns:a16="http://schemas.microsoft.com/office/drawing/2014/main" id="{F7D37F6A-A6CB-9445-A929-0C041FA5B468}"/>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8" name="Rectangle 27">
            <a:hlinkClick r:id="" action="ppaction://noaction"/>
            <a:extLst>
              <a:ext uri="{FF2B5EF4-FFF2-40B4-BE49-F238E27FC236}">
                <a16:creationId xmlns:a16="http://schemas.microsoft.com/office/drawing/2014/main" id="{CFD42F45-7E2A-A44C-8492-FCDDB08A932E}"/>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Rectangle 28">
            <a:extLst>
              <a:ext uri="{FF2B5EF4-FFF2-40B4-BE49-F238E27FC236}">
                <a16:creationId xmlns:a16="http://schemas.microsoft.com/office/drawing/2014/main" id="{6C788E10-A86F-4945-B4D1-11F35E98C36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1">
                  <a:lumMod val="85000"/>
                  <a:lumOff val="15000"/>
                  <a:alpha val="73000"/>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Rectangle 29">
            <a:extLst>
              <a:ext uri="{FF2B5EF4-FFF2-40B4-BE49-F238E27FC236}">
                <a16:creationId xmlns:a16="http://schemas.microsoft.com/office/drawing/2014/main" id="{57236898-EC7A-2E48-8924-FDA64F07C7B0}"/>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noProof="0" err="1">
              <a:solidFill>
                <a:srgbClr val="FFFFFF"/>
              </a:solidFill>
              <a:ea typeface="Segoe UI" pitchFamily="34" charset="0"/>
              <a:cs typeface="Segoe UI" pitchFamily="34" charset="0"/>
            </a:endParaRPr>
          </a:p>
        </p:txBody>
      </p:sp>
      <p:grpSp>
        <p:nvGrpSpPr>
          <p:cNvPr id="14" name="Group 13">
            <a:extLst>
              <a:ext uri="{FF2B5EF4-FFF2-40B4-BE49-F238E27FC236}">
                <a16:creationId xmlns:a16="http://schemas.microsoft.com/office/drawing/2014/main" id="{117B48A2-175A-C448-9558-351BAF713668}"/>
              </a:ext>
            </a:extLst>
          </p:cNvPr>
          <p:cNvGrpSpPr/>
          <p:nvPr userDrawn="1"/>
        </p:nvGrpSpPr>
        <p:grpSpPr>
          <a:xfrm>
            <a:off x="293688" y="157289"/>
            <a:ext cx="1261564" cy="298474"/>
            <a:chOff x="433059" y="157289"/>
            <a:chExt cx="1261564" cy="298474"/>
          </a:xfrm>
        </p:grpSpPr>
        <p:sp>
          <p:nvSpPr>
            <p:cNvPr id="15" name="Title 2">
              <a:extLst>
                <a:ext uri="{FF2B5EF4-FFF2-40B4-BE49-F238E27FC236}">
                  <a16:creationId xmlns:a16="http://schemas.microsoft.com/office/drawing/2014/main" id="{4716D819-D8C7-8940-A325-778F89F5F257}"/>
                </a:ext>
              </a:extLst>
            </p:cNvPr>
            <p:cNvSpPr txBox="1">
              <a:spLocks/>
            </p:cNvSpPr>
            <p:nvPr userDrawn="1"/>
          </p:nvSpPr>
          <p:spPr>
            <a:xfrm>
              <a:off x="433059" y="157289"/>
              <a:ext cx="126156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kern="1200" spc="0" baseline="0">
                  <a:solidFill>
                    <a:schemeClr val="tx2"/>
                  </a:solidFill>
                  <a:latin typeface="+mj-lt"/>
                  <a:ea typeface="+mn-ea"/>
                  <a:cs typeface="Segoe UI" panose="020B0502040204020203" pitchFamily="34" charset="0"/>
                </a:rPr>
                <a:t>Empower Every Office User</a:t>
              </a:r>
            </a:p>
          </p:txBody>
        </p:sp>
        <p:sp>
          <p:nvSpPr>
            <p:cNvPr id="16" name="TextBox 15">
              <a:extLst>
                <a:ext uri="{FF2B5EF4-FFF2-40B4-BE49-F238E27FC236}">
                  <a16:creationId xmlns:a16="http://schemas.microsoft.com/office/drawing/2014/main" id="{83DA4521-9DB7-7E4F-91FA-6F773A9F8930}"/>
                </a:ext>
              </a:extLst>
            </p:cNvPr>
            <p:cNvSpPr txBox="1"/>
            <p:nvPr userDrawn="1"/>
          </p:nvSpPr>
          <p:spPr>
            <a:xfrm>
              <a:off x="433059" y="286486"/>
              <a:ext cx="1005083"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a:ln>
                    <a:noFill/>
                  </a:ln>
                  <a:solidFill>
                    <a:schemeClr val="accent2"/>
                  </a:solidFill>
                  <a:effectLst/>
                  <a:uLnTx/>
                  <a:uFillTx/>
                  <a:latin typeface="Segoe UI Semibold"/>
                  <a:ea typeface="+mn-ea"/>
                  <a:cs typeface="Segoe UI" panose="020B0502040204020203" pitchFamily="34" charset="0"/>
                </a:rPr>
                <a:t>Built into Office</a:t>
              </a:r>
            </a:p>
          </p:txBody>
        </p:sp>
      </p:grpSp>
    </p:spTree>
    <p:extLst>
      <p:ext uri="{BB962C8B-B14F-4D97-AF65-F5344CB8AC3E}">
        <p14:creationId xmlns:p14="http://schemas.microsoft.com/office/powerpoint/2010/main" val="142512947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eams: Collabora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63461625-D20F-7A4A-9D4D-004C56AF6069}"/>
              </a:ext>
            </a:extLst>
          </p:cNvPr>
          <p:cNvGrpSpPr/>
          <p:nvPr userDrawn="1"/>
        </p:nvGrpSpPr>
        <p:grpSpPr>
          <a:xfrm>
            <a:off x="164128" y="157289"/>
            <a:ext cx="1572101" cy="304438"/>
            <a:chOff x="164128" y="157289"/>
            <a:chExt cx="1572101" cy="304438"/>
          </a:xfrm>
        </p:grpSpPr>
        <p:sp>
          <p:nvSpPr>
            <p:cNvPr id="11" name="Freeform 10">
              <a:extLst>
                <a:ext uri="{FF2B5EF4-FFF2-40B4-BE49-F238E27FC236}">
                  <a16:creationId xmlns:a16="http://schemas.microsoft.com/office/drawing/2014/main" id="{4E9E07C5-B71C-1F43-AC4D-685F907056A0}"/>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2" name="Freeform 11">
              <a:extLst>
                <a:ext uri="{FF2B5EF4-FFF2-40B4-BE49-F238E27FC236}">
                  <a16:creationId xmlns:a16="http://schemas.microsoft.com/office/drawing/2014/main" id="{A1D376ED-2D1A-F142-990F-EBAB315B62B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3" name="Freeform 12">
              <a:extLst>
                <a:ext uri="{FF2B5EF4-FFF2-40B4-BE49-F238E27FC236}">
                  <a16:creationId xmlns:a16="http://schemas.microsoft.com/office/drawing/2014/main" id="{FB484B68-2E25-A04D-A216-0D7B3E91835F}"/>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131720"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team</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87203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Collaboration</a:t>
              </a:r>
            </a:p>
          </p:txBody>
        </p:sp>
      </p:gr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20" name="Rectangle 19">
            <a:hlinkClick r:id="" action="ppaction://noaction"/>
            <a:extLst>
              <a:ext uri="{FF2B5EF4-FFF2-40B4-BE49-F238E27FC236}">
                <a16:creationId xmlns:a16="http://schemas.microsoft.com/office/drawing/2014/main" id="{8033620B-E92D-154B-A6C5-393EBA655DA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893936502"/>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eam: Collaboration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818077"/>
            <a:ext cx="11026774" cy="553998"/>
          </a:xfrm>
        </p:spPr>
        <p:txBody>
          <a:bodyPr/>
          <a:lstStyle>
            <a:lvl1pPr algn="ctr">
              <a:defRPr/>
            </a:lvl1pPr>
          </a:lstStyle>
          <a:p>
            <a:r>
              <a:rPr lang="en-US"/>
              <a:t>Click to edit Master title style</a:t>
            </a:r>
          </a:p>
        </p:txBody>
      </p:sp>
      <p:sp>
        <p:nvSpPr>
          <p:cNvPr id="19" name="Text Placeholder 5">
            <a:extLst>
              <a:ext uri="{FF2B5EF4-FFF2-40B4-BE49-F238E27FC236}">
                <a16:creationId xmlns:a16="http://schemas.microsoft.com/office/drawing/2014/main" id="{1E4D005F-C534-C049-9B1E-F09CAE467CC5}"/>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grpSp>
        <p:nvGrpSpPr>
          <p:cNvPr id="10" name="Group 9">
            <a:extLst>
              <a:ext uri="{FF2B5EF4-FFF2-40B4-BE49-F238E27FC236}">
                <a16:creationId xmlns:a16="http://schemas.microsoft.com/office/drawing/2014/main" id="{63461625-D20F-7A4A-9D4D-004C56AF6069}"/>
              </a:ext>
            </a:extLst>
          </p:cNvPr>
          <p:cNvGrpSpPr/>
          <p:nvPr userDrawn="1"/>
        </p:nvGrpSpPr>
        <p:grpSpPr>
          <a:xfrm>
            <a:off x="164128" y="157289"/>
            <a:ext cx="1616985" cy="304438"/>
            <a:chOff x="164128" y="157289"/>
            <a:chExt cx="1616985" cy="304438"/>
          </a:xfrm>
        </p:grpSpPr>
        <p:sp>
          <p:nvSpPr>
            <p:cNvPr id="11" name="Freeform 10">
              <a:extLst>
                <a:ext uri="{FF2B5EF4-FFF2-40B4-BE49-F238E27FC236}">
                  <a16:creationId xmlns:a16="http://schemas.microsoft.com/office/drawing/2014/main" id="{4E9E07C5-B71C-1F43-AC4D-685F907056A0}"/>
                </a:ext>
              </a:extLst>
            </p:cNvPr>
            <p:cNvSpPr/>
            <p:nvPr/>
          </p:nvSpPr>
          <p:spPr>
            <a:xfrm>
              <a:off x="164128" y="162769"/>
              <a:ext cx="143481" cy="215490"/>
            </a:xfrm>
            <a:custGeom>
              <a:avLst/>
              <a:gdLst>
                <a:gd name="connsiteX0" fmla="*/ 1954449 w 1954449"/>
                <a:gd name="connsiteY0" fmla="*/ 0 h 2935321"/>
                <a:gd name="connsiteX1" fmla="*/ 1954449 w 1954449"/>
                <a:gd name="connsiteY1" fmla="*/ 1927180 h 2935321"/>
                <a:gd name="connsiteX2" fmla="*/ 1952518 w 1954449"/>
                <a:gd name="connsiteY2" fmla="*/ 1930525 h 2935321"/>
                <a:gd name="connsiteX3" fmla="*/ 212160 w 1954449"/>
                <a:gd name="connsiteY3" fmla="*/ 2935321 h 2935321"/>
                <a:gd name="connsiteX4" fmla="*/ 160177 w 1954449"/>
                <a:gd name="connsiteY4" fmla="*/ 2827412 h 2935321"/>
                <a:gd name="connsiteX5" fmla="*/ 0 w 1954449"/>
                <a:gd name="connsiteY5" fmla="*/ 2034029 h 2935321"/>
                <a:gd name="connsiteX6" fmla="*/ 1829862 w 1954449"/>
                <a:gd name="connsiteY6" fmla="*/ 6292 h 2935321"/>
                <a:gd name="connsiteX7" fmla="*/ 1954449 w 1954449"/>
                <a:gd name="connsiteY7" fmla="*/ 0 h 2935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449" h="2935321">
                  <a:moveTo>
                    <a:pt x="1954449" y="0"/>
                  </a:moveTo>
                  <a:lnTo>
                    <a:pt x="1954449" y="1927180"/>
                  </a:lnTo>
                  <a:lnTo>
                    <a:pt x="1952518" y="1930525"/>
                  </a:lnTo>
                  <a:lnTo>
                    <a:pt x="212160" y="2935321"/>
                  </a:lnTo>
                  <a:lnTo>
                    <a:pt x="160177" y="2827412"/>
                  </a:lnTo>
                  <a:cubicBezTo>
                    <a:pt x="57036" y="2583558"/>
                    <a:pt x="0" y="2315453"/>
                    <a:pt x="0" y="2034029"/>
                  </a:cubicBezTo>
                  <a:cubicBezTo>
                    <a:pt x="0" y="978685"/>
                    <a:pt x="802056" y="110671"/>
                    <a:pt x="1829862" y="6292"/>
                  </a:cubicBezTo>
                  <a:lnTo>
                    <a:pt x="1954449"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2" name="Freeform 11">
              <a:extLst>
                <a:ext uri="{FF2B5EF4-FFF2-40B4-BE49-F238E27FC236}">
                  <a16:creationId xmlns:a16="http://schemas.microsoft.com/office/drawing/2014/main" id="{A1D376ED-2D1A-F142-990F-EBAB315B62B6}"/>
                </a:ext>
              </a:extLst>
            </p:cNvPr>
            <p:cNvSpPr/>
            <p:nvPr/>
          </p:nvSpPr>
          <p:spPr>
            <a:xfrm>
              <a:off x="319631" y="162755"/>
              <a:ext cx="143765" cy="215504"/>
            </a:xfrm>
            <a:custGeom>
              <a:avLst/>
              <a:gdLst>
                <a:gd name="connsiteX0" fmla="*/ 0 w 1958310"/>
                <a:gd name="connsiteY0" fmla="*/ 0 h 2935517"/>
                <a:gd name="connsiteX1" fmla="*/ 128449 w 1958310"/>
                <a:gd name="connsiteY1" fmla="*/ 6487 h 2935517"/>
                <a:gd name="connsiteX2" fmla="*/ 1958310 w 1958310"/>
                <a:gd name="connsiteY2" fmla="*/ 2034224 h 2935517"/>
                <a:gd name="connsiteX3" fmla="*/ 1798134 w 1958310"/>
                <a:gd name="connsiteY3" fmla="*/ 2827607 h 2935517"/>
                <a:gd name="connsiteX4" fmla="*/ 1746150 w 1958310"/>
                <a:gd name="connsiteY4" fmla="*/ 2935517 h 2935517"/>
                <a:gd name="connsiteX5" fmla="*/ 0 w 1958310"/>
                <a:gd name="connsiteY5" fmla="*/ 1927376 h 2935517"/>
                <a:gd name="connsiteX6" fmla="*/ 0 w 1958310"/>
                <a:gd name="connsiteY6" fmla="*/ 0 h 2935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8310" h="2935517">
                  <a:moveTo>
                    <a:pt x="0" y="0"/>
                  </a:moveTo>
                  <a:lnTo>
                    <a:pt x="128449" y="6487"/>
                  </a:lnTo>
                  <a:cubicBezTo>
                    <a:pt x="1156255" y="110866"/>
                    <a:pt x="1958310" y="978880"/>
                    <a:pt x="1958310" y="2034224"/>
                  </a:cubicBezTo>
                  <a:cubicBezTo>
                    <a:pt x="1958310" y="2315648"/>
                    <a:pt x="1901274" y="2583753"/>
                    <a:pt x="1798134" y="2827607"/>
                  </a:cubicBezTo>
                  <a:lnTo>
                    <a:pt x="1746150" y="2935517"/>
                  </a:lnTo>
                  <a:lnTo>
                    <a:pt x="0" y="1927376"/>
                  </a:lnTo>
                  <a:lnTo>
                    <a:pt x="0" y="0"/>
                  </a:lnTo>
                  <a:close/>
                </a:path>
              </a:pathLst>
            </a:custGeom>
            <a:solidFill>
              <a:schemeClr val="bg1">
                <a:lumMod val="75000"/>
              </a:schemeClr>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3" name="Freeform 12">
              <a:extLst>
                <a:ext uri="{FF2B5EF4-FFF2-40B4-BE49-F238E27FC236}">
                  <a16:creationId xmlns:a16="http://schemas.microsoft.com/office/drawing/2014/main" id="{FB484B68-2E25-A04D-A216-0D7B3E91835F}"/>
                </a:ext>
              </a:extLst>
            </p:cNvPr>
            <p:cNvSpPr/>
            <p:nvPr/>
          </p:nvSpPr>
          <p:spPr>
            <a:xfrm>
              <a:off x="185467" y="314742"/>
              <a:ext cx="256591" cy="146985"/>
            </a:xfrm>
            <a:custGeom>
              <a:avLst/>
              <a:gdLst>
                <a:gd name="connsiteX0" fmla="*/ 1747596 w 3495192"/>
                <a:gd name="connsiteY0" fmla="*/ 0 h 2002169"/>
                <a:gd name="connsiteX1" fmla="*/ 3495192 w 3495192"/>
                <a:gd name="connsiteY1" fmla="*/ 1008975 h 2002169"/>
                <a:gd name="connsiteX2" fmla="*/ 3437754 w 3495192"/>
                <a:gd name="connsiteY2" fmla="*/ 1103520 h 2002169"/>
                <a:gd name="connsiteX3" fmla="*/ 1747596 w 3495192"/>
                <a:gd name="connsiteY3" fmla="*/ 2002169 h 2002169"/>
                <a:gd name="connsiteX4" fmla="*/ 57438 w 3495192"/>
                <a:gd name="connsiteY4" fmla="*/ 1103520 h 2002169"/>
                <a:gd name="connsiteX5" fmla="*/ 0 w 3495192"/>
                <a:gd name="connsiteY5" fmla="*/ 1008975 h 2002169"/>
                <a:gd name="connsiteX6" fmla="*/ 1747596 w 3495192"/>
                <a:gd name="connsiteY6" fmla="*/ 0 h 200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5192" h="2002169">
                  <a:moveTo>
                    <a:pt x="1747596" y="0"/>
                  </a:moveTo>
                  <a:lnTo>
                    <a:pt x="3495192" y="1008975"/>
                  </a:lnTo>
                  <a:lnTo>
                    <a:pt x="3437754" y="1103520"/>
                  </a:lnTo>
                  <a:cubicBezTo>
                    <a:pt x="3071464" y="1645700"/>
                    <a:pt x="2451160" y="2002169"/>
                    <a:pt x="1747596" y="2002169"/>
                  </a:cubicBezTo>
                  <a:cubicBezTo>
                    <a:pt x="1044034" y="2002169"/>
                    <a:pt x="423728" y="1645700"/>
                    <a:pt x="57438" y="1103520"/>
                  </a:cubicBezTo>
                  <a:lnTo>
                    <a:pt x="0" y="1008975"/>
                  </a:lnTo>
                  <a:lnTo>
                    <a:pt x="1747596" y="0"/>
                  </a:lnTo>
                  <a:close/>
                </a:path>
              </a:pathLst>
            </a:custGeom>
            <a:solidFill>
              <a:schemeClr val="accent2"/>
            </a:solidFill>
            <a:ln w="9525" cap="flat">
              <a:noFill/>
              <a:prstDash val="solid"/>
              <a:miter/>
            </a:ln>
            <a:effectLst/>
          </p:spPr>
          <p:txBody>
            <a:bodyPr wrap="square" rtlCol="0" anchor="ctr">
              <a:noAutofit/>
              <a:scene3d>
                <a:camera prst="orthographicFront">
                  <a:rot lat="0" lon="0" rev="0"/>
                </a:camera>
                <a:lightRig rig="threePt" dir="t"/>
              </a:scene3d>
            </a:bodyPr>
            <a:lstStyle/>
            <a:p>
              <a:pPr marR="0" lvl="0" indent="0" algn="ctr" defTabSz="914049" fontAlgn="auto">
                <a:lnSpc>
                  <a:spcPct val="100000"/>
                </a:lnSpc>
                <a:spcBef>
                  <a:spcPts val="0"/>
                </a:spcBef>
                <a:spcAft>
                  <a:spcPts val="0"/>
                </a:spcAft>
                <a:buClrTx/>
                <a:buSzTx/>
                <a:buFontTx/>
                <a:buNone/>
                <a:tabLst/>
              </a:pPr>
              <a:endParaRPr kumimoji="0" lang="en-US" sz="1568" b="1" i="0" u="none" strike="noStrike" kern="0" cap="none" spc="0" normalizeH="0" baseline="0" noProof="0">
                <a:ln>
                  <a:noFill/>
                </a:ln>
                <a:solidFill>
                  <a:srgbClr val="FFFFFF"/>
                </a:solidFill>
                <a:effectLst/>
                <a:uLnTx/>
                <a:uFillTx/>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176604"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team</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87203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Collaboration</a:t>
              </a:r>
            </a:p>
          </p:txBody>
        </p:sp>
      </p:grpSp>
      <p:sp>
        <p:nvSpPr>
          <p:cNvPr id="21" name="Rectangle 20">
            <a:hlinkClick r:id="" action="ppaction://noaction"/>
            <a:extLst>
              <a:ext uri="{FF2B5EF4-FFF2-40B4-BE49-F238E27FC236}">
                <a16:creationId xmlns:a16="http://schemas.microsoft.com/office/drawing/2014/main" id="{E0167D9F-FE90-FE4E-A57B-5129370186C7}"/>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827121224"/>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Organization: Trust &amp; compliance (GIF)">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DAB0F2A-BC17-5441-B1FE-0F5142473DC4}"/>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7" name="Picture 36">
            <a:extLst>
              <a:ext uri="{FF2B5EF4-FFF2-40B4-BE49-F238E27FC236}">
                <a16:creationId xmlns:a16="http://schemas.microsoft.com/office/drawing/2014/main" id="{5533B4E5-0D98-8C4A-BA52-91B6674432D1}"/>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2567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Trust &amp; compliance</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1934494"/>
            <a:ext cx="2839855" cy="1823730"/>
          </a:xfrm>
        </p:spPr>
        <p:txBody>
          <a:bodyPr anchor="b"/>
          <a:lstStyle>
            <a:lvl1pPr algn="l">
              <a:defRPr sz="2800"/>
            </a:lvl1pPr>
          </a:lstStyle>
          <a:p>
            <a:r>
              <a:rPr lang="en-US"/>
              <a:t>Click to edit Master title style</a:t>
            </a:r>
          </a:p>
        </p:txBody>
      </p:sp>
      <p:sp>
        <p:nvSpPr>
          <p:cNvPr id="29" name="Rectangle 28">
            <a:hlinkClick r:id="" action="ppaction://noaction"/>
            <a:extLst>
              <a:ext uri="{FF2B5EF4-FFF2-40B4-BE49-F238E27FC236}">
                <a16:creationId xmlns:a16="http://schemas.microsoft.com/office/drawing/2014/main" id="{199DD6D7-2CB6-F642-95B4-2331A0807676}"/>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Text Placeholder 5">
            <a:extLst>
              <a:ext uri="{FF2B5EF4-FFF2-40B4-BE49-F238E27FC236}">
                <a16:creationId xmlns:a16="http://schemas.microsoft.com/office/drawing/2014/main" id="{9D289437-9436-B341-8583-3D4AF11F02A5}"/>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44F44FC3-4674-524D-9DF7-304F1F579030}"/>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2719681774"/>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Organization: Trust &amp; compliance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2567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Trust &amp; compliance</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17" name="Rectangle 16">
            <a:hlinkClick r:id="" action="ppaction://noaction"/>
            <a:extLst>
              <a:ext uri="{FF2B5EF4-FFF2-40B4-BE49-F238E27FC236}">
                <a16:creationId xmlns:a16="http://schemas.microsoft.com/office/drawing/2014/main" id="{33A372C3-A621-5348-A03A-0A3F62BF7015}"/>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43741083"/>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Organization: Trust &amp; compliance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234312"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Trust &amp; compliance</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7" name="Text Placeholder 5">
            <a:extLst>
              <a:ext uri="{FF2B5EF4-FFF2-40B4-BE49-F238E27FC236}">
                <a16:creationId xmlns:a16="http://schemas.microsoft.com/office/drawing/2014/main" id="{2ED458E9-62FD-5043-B54C-C937062ECDEF}"/>
              </a:ext>
            </a:extLst>
          </p:cNvPr>
          <p:cNvSpPr>
            <a:spLocks noGrp="1"/>
          </p:cNvSpPr>
          <p:nvPr>
            <p:ph type="body" sz="quarter" idx="10"/>
          </p:nvPr>
        </p:nvSpPr>
        <p:spPr>
          <a:xfrm>
            <a:off x="587375" y="1375268"/>
            <a:ext cx="11087100"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9" name="Rectangle 28">
            <a:hlinkClick r:id="" action="ppaction://noaction"/>
            <a:extLst>
              <a:ext uri="{FF2B5EF4-FFF2-40B4-BE49-F238E27FC236}">
                <a16:creationId xmlns:a16="http://schemas.microsoft.com/office/drawing/2014/main" id="{199DD6D7-2CB6-F642-95B4-2331A0807676}"/>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95917549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Organization: Operations &amp; auditability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C2B8512-6C40-694C-93B6-81286CCE078B}"/>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5F44E116-AC68-8743-98C9-7DB86E446B42}"/>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0" name="Picture 39">
            <a:extLst>
              <a:ext uri="{FF2B5EF4-FFF2-40B4-BE49-F238E27FC236}">
                <a16:creationId xmlns:a16="http://schemas.microsoft.com/office/drawing/2014/main" id="{D7AA51D9-089A-6E46-BF05-334241A47DAE}"/>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6302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Operations &amp; auditability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726974"/>
            <a:ext cx="2839855" cy="1031250"/>
          </a:xfrm>
        </p:spPr>
        <p:txBody>
          <a:bodyPr anchor="b"/>
          <a:lstStyle>
            <a:lvl1pPr algn="l">
              <a:defRPr sz="2800"/>
            </a:lvl1pPr>
          </a:lstStyle>
          <a:p>
            <a:r>
              <a:rPr lang="en-US"/>
              <a:t>Click to edit Master title style</a:t>
            </a:r>
          </a:p>
        </p:txBody>
      </p:sp>
      <p:sp>
        <p:nvSpPr>
          <p:cNvPr id="29" name="Rectangle 28">
            <a:hlinkClick r:id="" action="ppaction://noaction"/>
            <a:extLst>
              <a:ext uri="{FF2B5EF4-FFF2-40B4-BE49-F238E27FC236}">
                <a16:creationId xmlns:a16="http://schemas.microsoft.com/office/drawing/2014/main" id="{8B33380C-7EDE-7745-89F5-1D31A6D46E1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Text Placeholder 5">
            <a:extLst>
              <a:ext uri="{FF2B5EF4-FFF2-40B4-BE49-F238E27FC236}">
                <a16:creationId xmlns:a16="http://schemas.microsoft.com/office/drawing/2014/main" id="{7C064D4B-8DD3-9F41-B9CB-81570EAB2CEB}"/>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5DAA8108-ABA2-7E4B-A4FB-364161DA0D1A}"/>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1394697339"/>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Organization: Operations &amp; auditabil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6302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Operations &amp; auditability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130B599-8C58-0D45-B050-0CED826D223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79533279"/>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Organization: Operations &amp; auditability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63025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Operations &amp; auditability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7" name="Text Placeholder 5">
            <a:extLst>
              <a:ext uri="{FF2B5EF4-FFF2-40B4-BE49-F238E27FC236}">
                <a16:creationId xmlns:a16="http://schemas.microsoft.com/office/drawing/2014/main" id="{78C5BC32-59AB-A449-AEDE-C4AAD39E5781}"/>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9" name="Rectangle 28">
            <a:hlinkClick r:id="" action="ppaction://noaction"/>
            <a:extLst>
              <a:ext uri="{FF2B5EF4-FFF2-40B4-BE49-F238E27FC236}">
                <a16:creationId xmlns:a16="http://schemas.microsoft.com/office/drawing/2014/main" id="{8B33380C-7EDE-7745-89F5-1D31A6D46E1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240174796"/>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Organization: Information quality (GIF)">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C764B26-92E4-044D-9012-5534CC19A344}"/>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6" name="Picture 35">
            <a:extLst>
              <a:ext uri="{FF2B5EF4-FFF2-40B4-BE49-F238E27FC236}">
                <a16:creationId xmlns:a16="http://schemas.microsoft.com/office/drawing/2014/main" id="{AF8EADEA-6F47-F24B-9938-C505DB0CBC30}"/>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26156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Information quality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631180"/>
            <a:ext cx="2839855" cy="1127044"/>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23E23B41-3107-CF46-B350-7FA1EFD01B2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Text Placeholder 5">
            <a:extLst>
              <a:ext uri="{FF2B5EF4-FFF2-40B4-BE49-F238E27FC236}">
                <a16:creationId xmlns:a16="http://schemas.microsoft.com/office/drawing/2014/main" id="{0F99FBB5-8E3E-0A4B-90BB-2F4734D62BEC}"/>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3" name="Picture Placeholder 9">
            <a:extLst>
              <a:ext uri="{FF2B5EF4-FFF2-40B4-BE49-F238E27FC236}">
                <a16:creationId xmlns:a16="http://schemas.microsoft.com/office/drawing/2014/main" id="{94F16DAE-F32B-D846-830B-056FFC363898}"/>
              </a:ext>
            </a:extLst>
          </p:cNvPr>
          <p:cNvSpPr>
            <a:spLocks noGrp="1"/>
          </p:cNvSpPr>
          <p:nvPr userDrawn="1">
            <p:ph type="pic" sz="quarter" idx="11"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750207446"/>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Organization: Information qual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261564"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Information quality</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23E23B41-3107-CF46-B350-7FA1EFD01B2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798629031"/>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Organization: Adoption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D930A0B-34E8-2D4D-B051-E4871F139EB8}"/>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5" name="Rectangle 34">
            <a:extLst>
              <a:ext uri="{FF2B5EF4-FFF2-40B4-BE49-F238E27FC236}">
                <a16:creationId xmlns:a16="http://schemas.microsoft.com/office/drawing/2014/main" id="{7F72A937-2B3A-6A40-BD92-F67D7571AEA5}"/>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6" name="Picture 35">
            <a:extLst>
              <a:ext uri="{FF2B5EF4-FFF2-40B4-BE49-F238E27FC236}">
                <a16:creationId xmlns:a16="http://schemas.microsoft.com/office/drawing/2014/main" id="{9415B964-D375-1A43-8762-D98F7D653BDF}"/>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604333"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Adoption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5" y="2896450"/>
            <a:ext cx="2831146" cy="861774"/>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13ED36F5-706E-4644-97F1-CACED378948B}"/>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Text Placeholder 5">
            <a:extLst>
              <a:ext uri="{FF2B5EF4-FFF2-40B4-BE49-F238E27FC236}">
                <a16:creationId xmlns:a16="http://schemas.microsoft.com/office/drawing/2014/main" id="{CFA442A1-4BEA-5348-8FB9-8C512C72D101}"/>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3" name="Picture Placeholder 9">
            <a:extLst>
              <a:ext uri="{FF2B5EF4-FFF2-40B4-BE49-F238E27FC236}">
                <a16:creationId xmlns:a16="http://schemas.microsoft.com/office/drawing/2014/main" id="{C8C86257-A219-5D44-8D10-325932141407}"/>
              </a:ext>
            </a:extLst>
          </p:cNvPr>
          <p:cNvSpPr>
            <a:spLocks noGrp="1"/>
          </p:cNvSpPr>
          <p:nvPr userDrawn="1">
            <p:ph type="pic" sz="quarter" idx="11"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3433225292"/>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Organization: Adoption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604333"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Adoption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13ED36F5-706E-4644-97F1-CACED378948B}"/>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355738444"/>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Organization: Adoption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604333"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Adoption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7" name="Text Placeholder 5">
            <a:extLst>
              <a:ext uri="{FF2B5EF4-FFF2-40B4-BE49-F238E27FC236}">
                <a16:creationId xmlns:a16="http://schemas.microsoft.com/office/drawing/2014/main" id="{4E1FBAD6-64D5-D644-9AC7-6303D802FD71}"/>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29" name="Rectangle 28">
            <a:hlinkClick r:id="" action="ppaction://noaction"/>
            <a:extLst>
              <a:ext uri="{FF2B5EF4-FFF2-40B4-BE49-F238E27FC236}">
                <a16:creationId xmlns:a16="http://schemas.microsoft.com/office/drawing/2014/main" id="{461D5DD9-3F0F-794A-A08A-063EFFAEED81}"/>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412221715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Organization: Connectivity, transform &amp; prep (GIF)">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F177D9F1-5F9B-1948-A1CD-552216AD100C}"/>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2" name="Rectangle 31">
            <a:extLst>
              <a:ext uri="{FF2B5EF4-FFF2-40B4-BE49-F238E27FC236}">
                <a16:creationId xmlns:a16="http://schemas.microsoft.com/office/drawing/2014/main" id="{FAA239E9-5367-674C-9152-01FF1D61A198}"/>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3" name="Picture 32">
            <a:extLst>
              <a:ext uri="{FF2B5EF4-FFF2-40B4-BE49-F238E27FC236}">
                <a16:creationId xmlns:a16="http://schemas.microsoft.com/office/drawing/2014/main" id="{F11B8EAB-9EEE-2E40-B610-6C3133382528}"/>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1974900"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Connectivity, transform &amp; prep</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29" name="Rectangle 28">
            <a:hlinkClick r:id="" action="ppaction://noaction"/>
            <a:extLst>
              <a:ext uri="{FF2B5EF4-FFF2-40B4-BE49-F238E27FC236}">
                <a16:creationId xmlns:a16="http://schemas.microsoft.com/office/drawing/2014/main" id="{0BFF32A6-8013-2E40-9622-07A2CAC50AD3}"/>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5" y="2896450"/>
            <a:ext cx="2805020" cy="861774"/>
          </a:xfrm>
        </p:spPr>
        <p:txBody>
          <a:bodyPr anchor="b"/>
          <a:lstStyle>
            <a:lvl1pPr algn="l">
              <a:defRPr sz="2800"/>
            </a:lvl1pPr>
          </a:lstStyle>
          <a:p>
            <a:r>
              <a:rPr lang="en-US"/>
              <a:t>Click to edit Master title style</a:t>
            </a:r>
          </a:p>
        </p:txBody>
      </p:sp>
      <p:sp>
        <p:nvSpPr>
          <p:cNvPr id="27" name="Text Placeholder 5">
            <a:extLst>
              <a:ext uri="{FF2B5EF4-FFF2-40B4-BE49-F238E27FC236}">
                <a16:creationId xmlns:a16="http://schemas.microsoft.com/office/drawing/2014/main" id="{6DF6C9F0-5DAE-CB42-8727-887A0AEDB460}"/>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10" name="Picture Placeholder 9">
            <a:extLst>
              <a:ext uri="{FF2B5EF4-FFF2-40B4-BE49-F238E27FC236}">
                <a16:creationId xmlns:a16="http://schemas.microsoft.com/office/drawing/2014/main" id="{D5EC58D2-C99D-0948-A914-66AFE3AB0C10}"/>
              </a:ext>
            </a:extLst>
          </p:cNvPr>
          <p:cNvSpPr>
            <a:spLocks noGrp="1"/>
          </p:cNvSpPr>
          <p:nvPr userDrawn="1">
            <p:ph type="pic" sz="quarter" idx="11"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4115370769"/>
      </p:ext>
    </p:extLst>
  </p:cSld>
  <p:clrMapOvr>
    <a:masterClrMapping/>
  </p:clrMapOvr>
  <p:transition>
    <p:fade/>
  </p:transition>
  <p:extLst>
    <p:ext uri="{DCECCB84-F9BA-43D5-87BE-67443E8EF086}">
      <p15:sldGuideLst xmlns:p15="http://schemas.microsoft.com/office/powerpoint/2012/main">
        <p15:guide id="1" orient="horz" pos="2370">
          <p15:clr>
            <a:srgbClr val="FBAE40"/>
          </p15:clr>
        </p15:guide>
        <p15:guide id="2" orient="horz" pos="2452">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Organization: Connectivity, transform &amp; prep">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974900"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Connectivity, transform &amp; prep</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994BD4FD-3141-104D-8ADC-FBA831D66217}"/>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86219826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Organization: Connectivity, transform &amp; prep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978106"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Connectivity, transform &amp; prep</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9" name="Text Placeholder 5">
            <a:extLst>
              <a:ext uri="{FF2B5EF4-FFF2-40B4-BE49-F238E27FC236}">
                <a16:creationId xmlns:a16="http://schemas.microsoft.com/office/drawing/2014/main" id="{C95D9C29-052E-1742-9CDF-ACFA951C4C3E}"/>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28" name="Rectangle 27">
            <a:hlinkClick r:id="" action="ppaction://noaction"/>
            <a:extLst>
              <a:ext uri="{FF2B5EF4-FFF2-40B4-BE49-F238E27FC236}">
                <a16:creationId xmlns:a16="http://schemas.microsoft.com/office/drawing/2014/main" id="{994BD4FD-3141-104D-8ADC-FBA831D66217}"/>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464433085"/>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Organization: Big data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53E1F74-B98D-6945-9790-BD5F177B9B78}"/>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B56EDCFC-B3D4-7D43-8113-7D4E6E15130E}"/>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7" name="Picture 36">
            <a:extLst>
              <a:ext uri="{FF2B5EF4-FFF2-40B4-BE49-F238E27FC236}">
                <a16:creationId xmlns:a16="http://schemas.microsoft.com/office/drawing/2014/main" id="{B38965FC-E601-5D40-851C-34EC53F40DF2}"/>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545021"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Big data</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2099957"/>
            <a:ext cx="2831146" cy="1658267"/>
          </a:xfrm>
        </p:spPr>
        <p:txBody>
          <a:bodyPr anchor="b"/>
          <a:lstStyle>
            <a:lvl1pPr algn="l">
              <a:defRPr sz="2800"/>
            </a:lvl1pPr>
          </a:lstStyle>
          <a:p>
            <a:r>
              <a:rPr lang="en-US"/>
              <a:t>Click to edit Master title style</a:t>
            </a:r>
          </a:p>
        </p:txBody>
      </p:sp>
      <p:sp>
        <p:nvSpPr>
          <p:cNvPr id="29" name="Rectangle 28">
            <a:hlinkClick r:id="" action="ppaction://noaction"/>
            <a:extLst>
              <a:ext uri="{FF2B5EF4-FFF2-40B4-BE49-F238E27FC236}">
                <a16:creationId xmlns:a16="http://schemas.microsoft.com/office/drawing/2014/main" id="{12BAC764-DF06-9647-8E0C-1DD2D4B1F71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3" name="Text Placeholder 5">
            <a:extLst>
              <a:ext uri="{FF2B5EF4-FFF2-40B4-BE49-F238E27FC236}">
                <a16:creationId xmlns:a16="http://schemas.microsoft.com/office/drawing/2014/main" id="{DC7CEEBC-C183-F448-A7ED-B9F437B3271D}"/>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B99FE3D4-78FB-3141-B631-F0787CD24EBC}"/>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4174857099"/>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Organization: Big dat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545021"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Big data</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28" name="Rectangle 27">
            <a:hlinkClick r:id="" action="ppaction://noaction"/>
            <a:extLst>
              <a:ext uri="{FF2B5EF4-FFF2-40B4-BE49-F238E27FC236}">
                <a16:creationId xmlns:a16="http://schemas.microsoft.com/office/drawing/2014/main" id="{2E628810-5232-9F49-AD70-92C982EC301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840422244"/>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Organization: Big data (Title + Sub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545021"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Big data</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28" name="Rectangle 27">
            <a:hlinkClick r:id="" action="ppaction://noaction"/>
            <a:extLst>
              <a:ext uri="{FF2B5EF4-FFF2-40B4-BE49-F238E27FC236}">
                <a16:creationId xmlns:a16="http://schemas.microsoft.com/office/drawing/2014/main" id="{2E628810-5232-9F49-AD70-92C982EC301E}"/>
              </a:ext>
            </a:extLst>
          </p:cNvPr>
          <p:cNvSpPr/>
          <p:nvPr userDrawn="1"/>
        </p:nvSpPr>
        <p:spPr bwMode="auto">
          <a:xfrm>
            <a:off x="0" y="625856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Text Placeholder 5">
            <a:extLst>
              <a:ext uri="{FF2B5EF4-FFF2-40B4-BE49-F238E27FC236}">
                <a16:creationId xmlns:a16="http://schemas.microsoft.com/office/drawing/2014/main" id="{CE70B7EB-0653-034C-8CF6-91E37CDCBB85}"/>
              </a:ext>
            </a:extLst>
          </p:cNvPr>
          <p:cNvSpPr>
            <a:spLocks noGrp="1"/>
          </p:cNvSpPr>
          <p:nvPr>
            <p:ph type="body" sz="quarter" idx="10"/>
          </p:nvPr>
        </p:nvSpPr>
        <p:spPr>
          <a:xfrm>
            <a:off x="587375" y="1375268"/>
            <a:ext cx="11027664" cy="430887"/>
          </a:xfrm>
        </p:spPr>
        <p:txBody>
          <a:bodyPr/>
          <a:lstStyle>
            <a:lvl1pPr marL="0" indent="0" algn="ctr">
              <a:buNone/>
              <a:defRPr>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1047052040"/>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Organization: Semantic models (GIF)">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1D9BA1C-4137-C442-B98F-F35A616FA5D0}"/>
              </a:ext>
            </a:extLst>
          </p:cNvPr>
          <p:cNvSpPr/>
          <p:nvPr userDrawn="1"/>
        </p:nvSpPr>
        <p:spPr bwMode="auto">
          <a:xfrm>
            <a:off x="3979333" y="1422400"/>
            <a:ext cx="7518400" cy="428413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782539"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Enterprise semantic models</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2347436"/>
            <a:ext cx="2831146" cy="1410788"/>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200091A-C529-F741-AA52-0E476CFC203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633E8BA9-6E6C-A24D-906D-17669B57931C}"/>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1" name="Picture 30">
            <a:extLst>
              <a:ext uri="{FF2B5EF4-FFF2-40B4-BE49-F238E27FC236}">
                <a16:creationId xmlns:a16="http://schemas.microsoft.com/office/drawing/2014/main" id="{3C125A97-0298-AB48-9825-655257648CA9}"/>
              </a:ext>
            </a:extLst>
          </p:cNvPr>
          <p:cNvPicPr>
            <a:picLocks noChangeAspect="1"/>
          </p:cNvPicPr>
          <p:nvPr userDrawn="1"/>
        </p:nvPicPr>
        <p:blipFill>
          <a:blip r:embed="rId3"/>
          <a:stretch>
            <a:fillRect/>
          </a:stretch>
        </p:blipFill>
        <p:spPr>
          <a:xfrm>
            <a:off x="3378926" y="717827"/>
            <a:ext cx="8722040" cy="5611179"/>
          </a:xfrm>
          <a:prstGeom prst="rect">
            <a:avLst/>
          </a:prstGeom>
        </p:spPr>
      </p:pic>
      <p:sp>
        <p:nvSpPr>
          <p:cNvPr id="33" name="Text Placeholder 5">
            <a:extLst>
              <a:ext uri="{FF2B5EF4-FFF2-40B4-BE49-F238E27FC236}">
                <a16:creationId xmlns:a16="http://schemas.microsoft.com/office/drawing/2014/main" id="{31513F8A-6F08-214A-81C7-29A8AC6A44DC}"/>
              </a:ext>
            </a:extLst>
          </p:cNvPr>
          <p:cNvSpPr>
            <a:spLocks noGrp="1"/>
          </p:cNvSpPr>
          <p:nvPr userDrawn="1">
            <p:ph type="body" sz="quarter" idx="11"/>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4" name="Picture Placeholder 9">
            <a:extLst>
              <a:ext uri="{FF2B5EF4-FFF2-40B4-BE49-F238E27FC236}">
                <a16:creationId xmlns:a16="http://schemas.microsoft.com/office/drawing/2014/main" id="{7CDB50A8-E272-3C47-982D-16B24A805F15}"/>
              </a:ext>
            </a:extLst>
          </p:cNvPr>
          <p:cNvSpPr>
            <a:spLocks noGrp="1"/>
          </p:cNvSpPr>
          <p:nvPr userDrawn="1">
            <p:ph type="pic" sz="quarter" idx="12" hasCustomPrompt="1"/>
          </p:nvPr>
        </p:nvSpPr>
        <p:spPr>
          <a:xfrm>
            <a:off x="4049485" y="1489167"/>
            <a:ext cx="7402285" cy="4153988"/>
          </a:xfrm>
          <a:solidFill>
            <a:schemeClr val="bg1">
              <a:lumMod val="95000"/>
              <a:lumOff val="5000"/>
            </a:schemeClr>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3458611491"/>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Organization: Semantic models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482778"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1782539" cy="169277"/>
          </a:xfrm>
          <a:prstGeom prst="rect">
            <a:avLst/>
          </a:prstGeom>
          <a:noFill/>
        </p:spPr>
        <p:txBody>
          <a:bodyPr wrap="none" lIns="0" tIns="0" rIns="0" bIns="0" rtlCol="0">
            <a:spAutoFit/>
          </a:bodyPr>
          <a:lstStyle/>
          <a:p>
            <a:pPr marL="0" algn="l" defTabSz="914400" rtl="0" eaLnBrk="1" latinLnBrk="0" hangingPunct="1"/>
            <a:r>
              <a:rPr lang="en-US" sz="1100" b="1" kern="1200">
                <a:solidFill>
                  <a:schemeClr val="accent2"/>
                </a:solidFill>
                <a:latin typeface="Segoe UI Semibold"/>
                <a:ea typeface="+mn-ea"/>
                <a:cs typeface="Segoe UI" panose="020B0502040204020203" pitchFamily="34" charset="0"/>
              </a:rPr>
              <a:t>Enterprise semantic models</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200091A-C529-F741-AA52-0E476CFC2032}"/>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698206812"/>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Organization: Reporting (GIF)">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C8AFA8E-626E-3448-B7EA-51CE8DBB4A37}"/>
              </a:ext>
            </a:extLst>
          </p:cNvPr>
          <p:cNvSpPr/>
          <p:nvPr userDrawn="1"/>
        </p:nvSpPr>
        <p:spPr bwMode="auto">
          <a:xfrm>
            <a:off x="4014651" y="1471990"/>
            <a:ext cx="7445829" cy="4188823"/>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36" name="Picture 35">
            <a:extLst>
              <a:ext uri="{FF2B5EF4-FFF2-40B4-BE49-F238E27FC236}">
                <a16:creationId xmlns:a16="http://schemas.microsoft.com/office/drawing/2014/main" id="{4A708574-F76D-084A-BA1E-87E4263B12D9}"/>
              </a:ext>
            </a:extLst>
          </p:cNvPr>
          <p:cNvPicPr>
            <a:picLocks noChangeAspect="1"/>
          </p:cNvPicPr>
          <p:nvPr userDrawn="1"/>
        </p:nvPicPr>
        <p:blipFill>
          <a:blip r:embed="rId2"/>
          <a:stretch>
            <a:fillRect/>
          </a:stretch>
        </p:blipFill>
        <p:spPr>
          <a:xfrm>
            <a:off x="3378926" y="717827"/>
            <a:ext cx="8722040" cy="5611179"/>
          </a:xfrm>
          <a:prstGeom prst="rect">
            <a:avLst/>
          </a:prstGeom>
        </p:spPr>
      </p:pic>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userDrawn="1"/>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userDrawn="1"/>
        </p:nvSpPr>
        <p:spPr>
          <a:xfrm>
            <a:off x="604509" y="286486"/>
            <a:ext cx="2265044"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Enterprise reporting &amp; distribution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3"/>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3327337"/>
            <a:ext cx="2770186" cy="430887"/>
          </a:xfrm>
        </p:spPr>
        <p:txBody>
          <a:bodyPr anchor="b"/>
          <a:lstStyle>
            <a:lvl1pPr algn="l">
              <a:defRPr sz="2800"/>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141C7E0-1239-1542-A5A6-462DEEB33AD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userDrawn="1"/>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
        <p:nvSpPr>
          <p:cNvPr id="31" name="Text Placeholder 5">
            <a:extLst>
              <a:ext uri="{FF2B5EF4-FFF2-40B4-BE49-F238E27FC236}">
                <a16:creationId xmlns:a16="http://schemas.microsoft.com/office/drawing/2014/main" id="{BAD38AB6-A744-C045-BCCD-2AFA7EFF08B0}"/>
              </a:ext>
            </a:extLst>
          </p:cNvPr>
          <p:cNvSpPr>
            <a:spLocks noGrp="1"/>
          </p:cNvSpPr>
          <p:nvPr userDrawn="1">
            <p:ph type="body" sz="quarter" idx="10"/>
          </p:nvPr>
        </p:nvSpPr>
        <p:spPr>
          <a:xfrm>
            <a:off x="587376" y="3909462"/>
            <a:ext cx="2820366" cy="615553"/>
          </a:xfrm>
        </p:spPr>
        <p:txBody>
          <a:bodyPr/>
          <a:lstStyle>
            <a:lvl1pPr marL="0" indent="0" algn="l">
              <a:buNone/>
              <a:defRPr sz="2000">
                <a:gradFill>
                  <a:gsLst>
                    <a:gs pos="0">
                      <a:schemeClr val="accent2"/>
                    </a:gs>
                    <a:gs pos="100000">
                      <a:schemeClr val="tx2"/>
                    </a:gs>
                  </a:gsLst>
                  <a:lin ang="2700000" scaled="0"/>
                </a:gradFill>
                <a:latin typeface="+mj-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
        <p:nvSpPr>
          <p:cNvPr id="32" name="Picture Placeholder 9">
            <a:extLst>
              <a:ext uri="{FF2B5EF4-FFF2-40B4-BE49-F238E27FC236}">
                <a16:creationId xmlns:a16="http://schemas.microsoft.com/office/drawing/2014/main" id="{4916A006-2DE4-A843-B4C0-CD7F4EF25679}"/>
              </a:ext>
            </a:extLst>
          </p:cNvPr>
          <p:cNvSpPr>
            <a:spLocks noGrp="1"/>
          </p:cNvSpPr>
          <p:nvPr userDrawn="1">
            <p:ph type="pic" sz="quarter" idx="11" hasCustomPrompt="1"/>
          </p:nvPr>
        </p:nvSpPr>
        <p:spPr>
          <a:xfrm>
            <a:off x="4049485" y="1489167"/>
            <a:ext cx="7402285" cy="4153988"/>
          </a:xfrm>
          <a:solidFill>
            <a:schemeClr val="bg1"/>
          </a:solidFill>
        </p:spPr>
        <p:txBody>
          <a:bodyPr/>
          <a:lstStyle>
            <a:lvl1pPr marL="0" indent="0">
              <a:buNone/>
              <a:defRPr sz="1800"/>
            </a:lvl1pPr>
          </a:lstStyle>
          <a:p>
            <a:r>
              <a:rPr lang="en-US"/>
              <a:t>Add GIF</a:t>
            </a:r>
          </a:p>
        </p:txBody>
      </p:sp>
    </p:spTree>
    <p:extLst>
      <p:ext uri="{BB962C8B-B14F-4D97-AF65-F5344CB8AC3E}">
        <p14:creationId xmlns:p14="http://schemas.microsoft.com/office/powerpoint/2010/main" val="903437153"/>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Organization: Reporting ">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7F927AA-87CB-7545-9BEA-01C66161C09D}"/>
              </a:ext>
            </a:extLst>
          </p:cNvPr>
          <p:cNvSpPr/>
          <p:nvPr userDrawn="1"/>
        </p:nvSpPr>
        <p:spPr bwMode="auto">
          <a:xfrm>
            <a:off x="0" y="0"/>
            <a:ext cx="12192000" cy="599440"/>
          </a:xfrm>
          <a:prstGeom prst="rect">
            <a:avLst/>
          </a:prstGeom>
          <a:gradFill>
            <a:gsLst>
              <a:gs pos="0">
                <a:schemeClr val="bg1">
                  <a:lumMod val="85000"/>
                  <a:lumOff val="15000"/>
                  <a:alpha val="0"/>
                </a:schemeClr>
              </a:gs>
              <a:gs pos="100000">
                <a:schemeClr val="bg2">
                  <a:alpha val="73171"/>
                </a:scheme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26" name="Group 25">
            <a:extLst>
              <a:ext uri="{FF2B5EF4-FFF2-40B4-BE49-F238E27FC236}">
                <a16:creationId xmlns:a16="http://schemas.microsoft.com/office/drawing/2014/main" id="{B79D9B98-B555-C346-A35D-7C1B2A40756A}"/>
              </a:ext>
            </a:extLst>
          </p:cNvPr>
          <p:cNvGrpSpPr/>
          <p:nvPr userDrawn="1"/>
        </p:nvGrpSpPr>
        <p:grpSpPr>
          <a:xfrm>
            <a:off x="164128" y="162756"/>
            <a:ext cx="299042" cy="293008"/>
            <a:chOff x="6165604" y="1026138"/>
            <a:chExt cx="4774742" cy="4788376"/>
          </a:xfrm>
        </p:grpSpPr>
        <p:sp>
          <p:nvSpPr>
            <p:cNvPr id="18" name="Freeform 17">
              <a:extLst>
                <a:ext uri="{FF2B5EF4-FFF2-40B4-BE49-F238E27FC236}">
                  <a16:creationId xmlns:a16="http://schemas.microsoft.com/office/drawing/2014/main" id="{95736337-A332-1F48-9F57-D21D1A1BBE91}"/>
                </a:ext>
              </a:extLst>
            </p:cNvPr>
            <p:cNvSpPr/>
            <p:nvPr userDrawn="1"/>
          </p:nvSpPr>
          <p:spPr>
            <a:xfrm>
              <a:off x="6165604" y="1741945"/>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19" name="Freeform 18">
              <a:extLst>
                <a:ext uri="{FF2B5EF4-FFF2-40B4-BE49-F238E27FC236}">
                  <a16:creationId xmlns:a16="http://schemas.microsoft.com/office/drawing/2014/main" id="{D97CCD11-332A-C44D-A042-972153260795}"/>
                </a:ext>
              </a:extLst>
            </p:cNvPr>
            <p:cNvSpPr/>
            <p:nvPr userDrawn="1"/>
          </p:nvSpPr>
          <p:spPr>
            <a:xfrm>
              <a:off x="6902456" y="1026138"/>
              <a:ext cx="1635159"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0" name="Freeform 19">
              <a:extLst>
                <a:ext uri="{FF2B5EF4-FFF2-40B4-BE49-F238E27FC236}">
                  <a16:creationId xmlns:a16="http://schemas.microsoft.com/office/drawing/2014/main" id="{9C4D00FB-32E3-634C-97A6-72FDDD2A0ADF}"/>
                </a:ext>
              </a:extLst>
            </p:cNvPr>
            <p:cNvSpPr/>
            <p:nvPr userDrawn="1"/>
          </p:nvSpPr>
          <p:spPr>
            <a:xfrm>
              <a:off x="8614452" y="1028317"/>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1" name="Freeform 20">
              <a:extLst>
                <a:ext uri="{FF2B5EF4-FFF2-40B4-BE49-F238E27FC236}">
                  <a16:creationId xmlns:a16="http://schemas.microsoft.com/office/drawing/2014/main" id="{1A26C858-5975-7946-A4D4-0E3E0154FDC3}"/>
                </a:ext>
              </a:extLst>
            </p:cNvPr>
            <p:cNvSpPr/>
            <p:nvPr userDrawn="1"/>
          </p:nvSpPr>
          <p:spPr>
            <a:xfrm>
              <a:off x="8711613" y="1764897"/>
              <a:ext cx="2228733" cy="1566894"/>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2" name="Freeform 21">
              <a:extLst>
                <a:ext uri="{FF2B5EF4-FFF2-40B4-BE49-F238E27FC236}">
                  <a16:creationId xmlns:a16="http://schemas.microsoft.com/office/drawing/2014/main" id="{658602A3-421C-4342-BDD5-AC791A745845}"/>
                </a:ext>
              </a:extLst>
            </p:cNvPr>
            <p:cNvSpPr/>
            <p:nvPr userDrawn="1"/>
          </p:nvSpPr>
          <p:spPr>
            <a:xfrm rot="10800000">
              <a:off x="8665496" y="3508861"/>
              <a:ext cx="2274849" cy="1589845"/>
            </a:xfrm>
            <a:custGeom>
              <a:avLst/>
              <a:gdLst>
                <a:gd name="connsiteX0" fmla="*/ 691360 w 2304872"/>
                <a:gd name="connsiteY0" fmla="*/ 0 h 1610830"/>
                <a:gd name="connsiteX1" fmla="*/ 2304872 w 2304872"/>
                <a:gd name="connsiteY1" fmla="*/ 1610830 h 1610830"/>
                <a:gd name="connsiteX2" fmla="*/ 0 w 2304872"/>
                <a:gd name="connsiteY2" fmla="*/ 1610830 h 1610830"/>
                <a:gd name="connsiteX3" fmla="*/ 8353 w 2304872"/>
                <a:gd name="connsiteY3" fmla="*/ 1445686 h 1610830"/>
                <a:gd name="connsiteX4" fmla="*/ 635114 w 2304872"/>
                <a:gd name="connsiteY4" fmla="*/ 55820 h 1610830"/>
                <a:gd name="connsiteX5" fmla="*/ 691360 w 2304872"/>
                <a:gd name="connsiteY5" fmla="*/ 0 h 161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4872" h="1610830">
                  <a:moveTo>
                    <a:pt x="691360" y="0"/>
                  </a:moveTo>
                  <a:lnTo>
                    <a:pt x="2304872" y="1610830"/>
                  </a:lnTo>
                  <a:lnTo>
                    <a:pt x="0" y="1610830"/>
                  </a:lnTo>
                  <a:lnTo>
                    <a:pt x="8353" y="1445686"/>
                  </a:lnTo>
                  <a:cubicBezTo>
                    <a:pt x="62640" y="912024"/>
                    <a:pt x="290683" y="429644"/>
                    <a:pt x="635114" y="55820"/>
                  </a:cubicBezTo>
                  <a:lnTo>
                    <a:pt x="69136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3" name="Freeform 22">
              <a:extLst>
                <a:ext uri="{FF2B5EF4-FFF2-40B4-BE49-F238E27FC236}">
                  <a16:creationId xmlns:a16="http://schemas.microsoft.com/office/drawing/2014/main" id="{F5EF783F-CE01-4C4E-A28E-29747ED8E52C}"/>
                </a:ext>
              </a:extLst>
            </p:cNvPr>
            <p:cNvSpPr/>
            <p:nvPr userDrawn="1"/>
          </p:nvSpPr>
          <p:spPr>
            <a:xfrm rot="10800000">
              <a:off x="8568337" y="3520351"/>
              <a:ext cx="1635158" cy="2294163"/>
            </a:xfrm>
            <a:custGeom>
              <a:avLst/>
              <a:gdLst>
                <a:gd name="connsiteX0" fmla="*/ 1656739 w 1656739"/>
                <a:gd name="connsiteY0" fmla="*/ 0 h 2324445"/>
                <a:gd name="connsiteX1" fmla="*/ 1656739 w 1656739"/>
                <a:gd name="connsiteY1" fmla="*/ 2324445 h 2324445"/>
                <a:gd name="connsiteX2" fmla="*/ 0 w 1656739"/>
                <a:gd name="connsiteY2" fmla="*/ 670461 h 2324445"/>
                <a:gd name="connsiteX3" fmla="*/ 43110 w 1656739"/>
                <a:gd name="connsiteY3" fmla="*/ 627679 h 2324445"/>
                <a:gd name="connsiteX4" fmla="*/ 1439849 w 1656739"/>
                <a:gd name="connsiteY4" fmla="*/ 10252 h 2324445"/>
                <a:gd name="connsiteX5" fmla="*/ 1656739 w 1656739"/>
                <a:gd name="connsiteY5" fmla="*/ 0 h 2324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6739" h="2324445">
                  <a:moveTo>
                    <a:pt x="1656739" y="0"/>
                  </a:moveTo>
                  <a:lnTo>
                    <a:pt x="1656739" y="2324445"/>
                  </a:lnTo>
                  <a:lnTo>
                    <a:pt x="0" y="670461"/>
                  </a:lnTo>
                  <a:lnTo>
                    <a:pt x="43110" y="627679"/>
                  </a:lnTo>
                  <a:cubicBezTo>
                    <a:pt x="419622" y="286040"/>
                    <a:pt x="904325" y="61139"/>
                    <a:pt x="1439849" y="10252"/>
                  </a:cubicBezTo>
                  <a:lnTo>
                    <a:pt x="1656739"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4" name="Freeform 23">
              <a:extLst>
                <a:ext uri="{FF2B5EF4-FFF2-40B4-BE49-F238E27FC236}">
                  <a16:creationId xmlns:a16="http://schemas.microsoft.com/office/drawing/2014/main" id="{E6B37F5A-7DF1-DD4C-8238-983048467AC3}"/>
                </a:ext>
              </a:extLst>
            </p:cNvPr>
            <p:cNvSpPr/>
            <p:nvPr userDrawn="1"/>
          </p:nvSpPr>
          <p:spPr>
            <a:xfrm rot="10800000">
              <a:off x="6879328" y="3520351"/>
              <a:ext cx="1612168" cy="2291983"/>
            </a:xfrm>
            <a:custGeom>
              <a:avLst/>
              <a:gdLst>
                <a:gd name="connsiteX0" fmla="*/ 0 w 1633446"/>
                <a:gd name="connsiteY0" fmla="*/ 0 h 2322236"/>
                <a:gd name="connsiteX1" fmla="*/ 170165 w 1633446"/>
                <a:gd name="connsiteY1" fmla="*/ 8043 h 2322236"/>
                <a:gd name="connsiteX2" fmla="*/ 1566906 w 1633446"/>
                <a:gd name="connsiteY2" fmla="*/ 625470 h 2322236"/>
                <a:gd name="connsiteX3" fmla="*/ 1633446 w 1633446"/>
                <a:gd name="connsiteY3" fmla="*/ 691505 h 2322236"/>
                <a:gd name="connsiteX4" fmla="*/ 0 w 1633446"/>
                <a:gd name="connsiteY4" fmla="*/ 2322236 h 2322236"/>
                <a:gd name="connsiteX5" fmla="*/ 0 w 1633446"/>
                <a:gd name="connsiteY5" fmla="*/ 0 h 232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446" h="2322236">
                  <a:moveTo>
                    <a:pt x="0" y="0"/>
                  </a:moveTo>
                  <a:lnTo>
                    <a:pt x="170165" y="8043"/>
                  </a:lnTo>
                  <a:cubicBezTo>
                    <a:pt x="705689" y="58930"/>
                    <a:pt x="1190393" y="283831"/>
                    <a:pt x="1566906" y="625470"/>
                  </a:cubicBezTo>
                  <a:lnTo>
                    <a:pt x="1633446" y="691505"/>
                  </a:lnTo>
                  <a:lnTo>
                    <a:pt x="0" y="2322236"/>
                  </a:lnTo>
                  <a:lnTo>
                    <a:pt x="0" y="0"/>
                  </a:lnTo>
                  <a:close/>
                </a:path>
              </a:pathLst>
            </a:custGeom>
            <a:solidFill>
              <a:schemeClr val="bg1">
                <a:lumMod val="75000"/>
              </a:schemeClr>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sp>
          <p:nvSpPr>
            <p:cNvPr id="25" name="Freeform 24">
              <a:extLst>
                <a:ext uri="{FF2B5EF4-FFF2-40B4-BE49-F238E27FC236}">
                  <a16:creationId xmlns:a16="http://schemas.microsoft.com/office/drawing/2014/main" id="{B974714F-59A6-3048-9B6F-5B5A06BF2FC6}"/>
                </a:ext>
              </a:extLst>
            </p:cNvPr>
            <p:cNvSpPr/>
            <p:nvPr userDrawn="1"/>
          </p:nvSpPr>
          <p:spPr>
            <a:xfrm rot="10800000">
              <a:off x="6165604" y="3508863"/>
              <a:ext cx="2228733" cy="1566893"/>
            </a:xfrm>
            <a:custGeom>
              <a:avLst/>
              <a:gdLst>
                <a:gd name="connsiteX0" fmla="*/ 1590220 w 2258148"/>
                <a:gd name="connsiteY0" fmla="*/ 0 h 1587576"/>
                <a:gd name="connsiteX1" fmla="*/ 1623034 w 2258148"/>
                <a:gd name="connsiteY1" fmla="*/ 32566 h 1587576"/>
                <a:gd name="connsiteX2" fmla="*/ 2249794 w 2258148"/>
                <a:gd name="connsiteY2" fmla="*/ 1422432 h 1587576"/>
                <a:gd name="connsiteX3" fmla="*/ 2258148 w 2258148"/>
                <a:gd name="connsiteY3" fmla="*/ 1587576 h 1587576"/>
                <a:gd name="connsiteX4" fmla="*/ 0 w 2258148"/>
                <a:gd name="connsiteY4" fmla="*/ 1587576 h 1587576"/>
                <a:gd name="connsiteX5" fmla="*/ 1590220 w 2258148"/>
                <a:gd name="connsiteY5" fmla="*/ 0 h 1587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8148" h="1587576">
                  <a:moveTo>
                    <a:pt x="1590220" y="0"/>
                  </a:moveTo>
                  <a:lnTo>
                    <a:pt x="1623034" y="32566"/>
                  </a:lnTo>
                  <a:cubicBezTo>
                    <a:pt x="1967464" y="406390"/>
                    <a:pt x="2195508" y="888770"/>
                    <a:pt x="2249794" y="1422432"/>
                  </a:cubicBezTo>
                  <a:lnTo>
                    <a:pt x="2258148" y="1587576"/>
                  </a:lnTo>
                  <a:lnTo>
                    <a:pt x="0" y="1587576"/>
                  </a:lnTo>
                  <a:lnTo>
                    <a:pt x="1590220" y="0"/>
                  </a:lnTo>
                  <a:close/>
                </a:path>
              </a:pathLst>
            </a:custGeom>
            <a:solidFill>
              <a:schemeClr val="accent2"/>
            </a:solidFill>
            <a:ln w="6350" cap="flat">
              <a:solidFill>
                <a:schemeClr val="bg1"/>
              </a:solidFill>
              <a:prstDash val="solid"/>
              <a:miter/>
            </a:ln>
            <a:effectLst/>
          </p:spPr>
          <p:txBody>
            <a:bodyPr wrap="square" rtlCol="0" anchor="ctr">
              <a:noAutofit/>
              <a:scene3d>
                <a:camera prst="orthographicFront">
                  <a:rot lat="0" lon="0" rev="0"/>
                </a:camera>
                <a:lightRig rig="threePt" dir="t"/>
              </a:scene3d>
            </a:bodyPr>
            <a:lstStyle/>
            <a:p>
              <a:pPr lvl="0" algn="ctr" defTabSz="914049"/>
              <a:endParaRPr lang="en-US" sz="1568" b="1" kern="0">
                <a:solidFill>
                  <a:srgbClr val="FFFFFF"/>
                </a:solidFill>
                <a:latin typeface="Segoe UI Semibold"/>
                <a:cs typeface="Segoe UI" panose="020B0502040204020203" pitchFamily="34" charset="0"/>
              </a:endParaRPr>
            </a:p>
          </p:txBody>
        </p:sp>
      </p:grpSp>
      <p:sp>
        <p:nvSpPr>
          <p:cNvPr id="14" name="Rounded Rectangle 13">
            <a:extLst>
              <a:ext uri="{FF2B5EF4-FFF2-40B4-BE49-F238E27FC236}">
                <a16:creationId xmlns:a16="http://schemas.microsoft.com/office/drawing/2014/main" id="{80D9BE76-87BC-F348-8D26-C4FDD88EC9D8}"/>
              </a:ext>
            </a:extLst>
          </p:cNvPr>
          <p:cNvSpPr/>
          <p:nvPr/>
        </p:nvSpPr>
        <p:spPr bwMode="auto">
          <a:xfrm>
            <a:off x="221991" y="220565"/>
            <a:ext cx="183387" cy="183352"/>
          </a:xfrm>
          <a:prstGeom prst="roundRect">
            <a:avLst>
              <a:gd name="adj" fmla="val 50000"/>
            </a:avLst>
          </a:prstGeom>
          <a:solidFill>
            <a:schemeClr val="accent1"/>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700" err="1">
              <a:solidFill>
                <a:srgbClr val="000000"/>
              </a:solidFill>
              <a:latin typeface="Segoe UI Semibold"/>
              <a:cs typeface="Segoe UI" panose="020B0502040204020203" pitchFamily="34" charset="0"/>
            </a:endParaRPr>
          </a:p>
        </p:txBody>
      </p:sp>
      <p:sp>
        <p:nvSpPr>
          <p:cNvPr id="16" name="TextBox 15">
            <a:extLst>
              <a:ext uri="{FF2B5EF4-FFF2-40B4-BE49-F238E27FC236}">
                <a16:creationId xmlns:a16="http://schemas.microsoft.com/office/drawing/2014/main" id="{641A289A-9181-1E4A-AD35-D3A4F297E0C6}"/>
              </a:ext>
            </a:extLst>
          </p:cNvPr>
          <p:cNvSpPr txBox="1"/>
          <p:nvPr/>
        </p:nvSpPr>
        <p:spPr>
          <a:xfrm>
            <a:off x="604509" y="286486"/>
            <a:ext cx="2265044" cy="169277"/>
          </a:xfrm>
          <a:prstGeom prst="rect">
            <a:avLst/>
          </a:prstGeom>
          <a:noFill/>
        </p:spPr>
        <p:txBody>
          <a:bodyPr wrap="none" lIns="0" tIns="0" rIns="0" bIns="0" rtlCol="0">
            <a:spAutoFit/>
          </a:bodyPr>
          <a:lstStyle/>
          <a:p>
            <a:r>
              <a:rPr lang="en-US" sz="1100" b="1">
                <a:solidFill>
                  <a:schemeClr val="accent2"/>
                </a:solidFill>
                <a:latin typeface="Segoe UI Semibold"/>
                <a:cs typeface="Segoe UI" panose="020B0502040204020203" pitchFamily="34" charset="0"/>
              </a:rPr>
              <a:t>Enterprise reporting &amp; distribution</a:t>
            </a:r>
          </a:p>
        </p:txBody>
      </p:sp>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userDrawn="1">
            <p:ph type="title"/>
          </p:nvPr>
        </p:nvSpPr>
        <p:spPr>
          <a:xfrm>
            <a:off x="582614" y="818077"/>
            <a:ext cx="11026774" cy="553998"/>
          </a:xfrm>
        </p:spPr>
        <p:txBody>
          <a:bodyPr/>
          <a:lstStyle>
            <a:lvl1pPr algn="ctr">
              <a:defRPr/>
            </a:lvl1pPr>
          </a:lstStyle>
          <a:p>
            <a:r>
              <a:rPr lang="en-US"/>
              <a:t>Click to edit Master title style</a:t>
            </a:r>
          </a:p>
        </p:txBody>
      </p:sp>
      <p:sp>
        <p:nvSpPr>
          <p:cNvPr id="28" name="Rectangle 27">
            <a:hlinkClick r:id="" action="ppaction://noaction"/>
            <a:extLst>
              <a:ext uri="{FF2B5EF4-FFF2-40B4-BE49-F238E27FC236}">
                <a16:creationId xmlns:a16="http://schemas.microsoft.com/office/drawing/2014/main" id="{6141C7E0-1239-1542-A5A6-462DEEB33ADE}"/>
              </a:ext>
            </a:extLst>
          </p:cNvPr>
          <p:cNvSpPr/>
          <p:nvPr userDrawn="1"/>
        </p:nvSpPr>
        <p:spPr bwMode="auto">
          <a:xfrm>
            <a:off x="0" y="0"/>
            <a:ext cx="2189018" cy="599440"/>
          </a:xfrm>
          <a:prstGeom prst="rect">
            <a:avLst/>
          </a:prstGeom>
          <a:solidFill>
            <a:schemeClr val="accent1">
              <a:alpha val="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5" name="Title 2">
            <a:extLst>
              <a:ext uri="{FF2B5EF4-FFF2-40B4-BE49-F238E27FC236}">
                <a16:creationId xmlns:a16="http://schemas.microsoft.com/office/drawing/2014/main" id="{8761C415-BCF7-214A-BE49-BD4CB663DD36}"/>
              </a:ext>
            </a:extLst>
          </p:cNvPr>
          <p:cNvSpPr txBox="1">
            <a:spLocks/>
          </p:cNvSpPr>
          <p:nvPr/>
        </p:nvSpPr>
        <p:spPr>
          <a:xfrm>
            <a:off x="604509" y="157289"/>
            <a:ext cx="1527662" cy="123111"/>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CA" sz="800" b="0" kern="1200" cap="none" spc="0" baseline="0">
                <a:ln w="3175">
                  <a:noFill/>
                </a:ln>
                <a:solidFill>
                  <a:schemeClr val="tx2"/>
                </a:solidFill>
                <a:effectLst/>
                <a:latin typeface="+mj-lt"/>
                <a:ea typeface="+mn-ea"/>
                <a:cs typeface="Segoe UI" panose="020B0502040204020203" pitchFamily="34" charset="0"/>
              </a:rPr>
              <a:t>Empowering every organization</a:t>
            </a:r>
          </a:p>
        </p:txBody>
      </p:sp>
    </p:spTree>
    <p:extLst>
      <p:ext uri="{BB962C8B-B14F-4D97-AF65-F5344CB8AC3E}">
        <p14:creationId xmlns:p14="http://schemas.microsoft.com/office/powerpoint/2010/main" val="1477408288"/>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77830A82-DB45-0A4A-B788-CCDD7FC9902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503696282"/>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Canvas with Title">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0" y="418416"/>
            <a:ext cx="12188952" cy="443326"/>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lvl1pPr marL="0" indent="0">
              <a:buNone/>
              <a:defRPr lang="en-US" sz="2881" b="1" i="0" kern="1200" cap="none" spc="0" baseline="0" dirty="0">
                <a:solidFill>
                  <a:schemeClr val="tx1"/>
                </a:solidFill>
                <a:latin typeface="Segoe UI Semibold" panose="020B0502040204020203" pitchFamily="34" charset="0"/>
                <a:ea typeface="+mn-ea"/>
                <a:cs typeface="Segoe UI Semibold" panose="020B0502040204020203" pitchFamily="34" charset="0"/>
              </a:defRPr>
            </a:lvl1pPr>
          </a:lstStyle>
          <a:p>
            <a:pPr marL="0" lvl="0"/>
            <a:endParaRPr lang="en-US"/>
          </a:p>
        </p:txBody>
      </p:sp>
      <p:sp>
        <p:nvSpPr>
          <p:cNvPr id="10" name="Date Placeholder 9">
            <a:extLst>
              <a:ext uri="{FF2B5EF4-FFF2-40B4-BE49-F238E27FC236}">
                <a16:creationId xmlns:a16="http://schemas.microsoft.com/office/drawing/2014/main" id="{5218E723-AE77-7240-E43E-BA8595AF35B3}"/>
              </a:ext>
            </a:extLst>
          </p:cNvPr>
          <p:cNvSpPr>
            <a:spLocks noGrp="1"/>
          </p:cNvSpPr>
          <p:nvPr>
            <p:ph type="dt" sz="half" idx="11"/>
          </p:nvPr>
        </p:nvSpPr>
        <p:spPr/>
        <p:txBody>
          <a:bodyPr/>
          <a:lstStyle/>
          <a:p>
            <a:endParaRPr lang="en-US"/>
          </a:p>
        </p:txBody>
      </p:sp>
      <p:sp>
        <p:nvSpPr>
          <p:cNvPr id="11" name="Footer Placeholder 10">
            <a:extLst>
              <a:ext uri="{FF2B5EF4-FFF2-40B4-BE49-F238E27FC236}">
                <a16:creationId xmlns:a16="http://schemas.microsoft.com/office/drawing/2014/main" id="{0A996517-1010-8326-9A3D-9CDBF63DBACE}"/>
              </a:ext>
            </a:extLst>
          </p:cNvPr>
          <p:cNvSpPr>
            <a:spLocks noGrp="1"/>
          </p:cNvSpPr>
          <p:nvPr>
            <p:ph type="ftr" sz="quarter" idx="12"/>
          </p:nvPr>
        </p:nvSpPr>
        <p:spPr/>
        <p:txBody>
          <a:bodyPr/>
          <a:lstStyle/>
          <a:p>
            <a:pPr algn="ctr" defTabSz="246980"/>
            <a:r>
              <a:rPr lang="en-US"/>
              <a:t>Microsoft Confidential</a:t>
            </a:r>
          </a:p>
        </p:txBody>
      </p:sp>
      <p:sp>
        <p:nvSpPr>
          <p:cNvPr id="12" name="Slide Number Placeholder 11">
            <a:extLst>
              <a:ext uri="{FF2B5EF4-FFF2-40B4-BE49-F238E27FC236}">
                <a16:creationId xmlns:a16="http://schemas.microsoft.com/office/drawing/2014/main" id="{1857BFD7-6C3D-D1D3-A72D-D6BF585A884B}"/>
              </a:ext>
            </a:extLst>
          </p:cNvPr>
          <p:cNvSpPr>
            <a:spLocks noGrp="1"/>
          </p:cNvSpPr>
          <p:nvPr>
            <p:ph type="sldNum" sz="quarter" idx="13"/>
          </p:nvPr>
        </p:nvSpPr>
        <p:spPr/>
        <p:txBody>
          <a:bodyPr/>
          <a:lstStyle/>
          <a:p>
            <a:fld id="{4EF5C53B-D6FA-4300-8CA7-3653E3D23F24}" type="slidenum">
              <a:rPr lang="en-US" smtClean="0"/>
              <a:pPr/>
              <a:t>‹#›</a:t>
            </a:fld>
            <a:endParaRPr lang="en-US"/>
          </a:p>
        </p:txBody>
      </p:sp>
    </p:spTree>
    <p:extLst>
      <p:ext uri="{BB962C8B-B14F-4D97-AF65-F5344CB8AC3E}">
        <p14:creationId xmlns:p14="http://schemas.microsoft.com/office/powerpoint/2010/main" val="2994494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Unified SaaS - Data Sci - Blank">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167886483"/>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719171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Horizontal">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AB207AD-DEAE-154A-A901-6FD356CDE8A4}"/>
              </a:ext>
            </a:extLst>
          </p:cNvPr>
          <p:cNvSpPr/>
          <p:nvPr userDrawn="1"/>
        </p:nvSpPr>
        <p:spPr>
          <a:xfrm>
            <a:off x="2961411" y="3291776"/>
            <a:ext cx="9230589" cy="1414956"/>
          </a:xfrm>
          <a:prstGeom prst="rect">
            <a:avLst/>
          </a:prstGeom>
          <a:solidFill>
            <a:schemeClr val="bg1">
              <a:lumMod val="9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9" name="Graphic 18">
            <a:extLst>
              <a:ext uri="{FF2B5EF4-FFF2-40B4-BE49-F238E27FC236}">
                <a16:creationId xmlns:a16="http://schemas.microsoft.com/office/drawing/2014/main" id="{CC7BF76F-4846-4D42-BB24-41761B4010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6270" y="6299345"/>
            <a:ext cx="1554480" cy="333103"/>
          </a:xfrm>
          <a:prstGeom prst="rect">
            <a:avLst/>
          </a:prstGeom>
        </p:spPr>
      </p:pic>
      <p:sp>
        <p:nvSpPr>
          <p:cNvPr id="25" name="TextBox 24">
            <a:extLst>
              <a:ext uri="{FF2B5EF4-FFF2-40B4-BE49-F238E27FC236}">
                <a16:creationId xmlns:a16="http://schemas.microsoft.com/office/drawing/2014/main" id="{F5F6FC98-BF54-8E4B-ADCE-416C088B5FD5}"/>
              </a:ext>
            </a:extLst>
          </p:cNvPr>
          <p:cNvSpPr txBox="1"/>
          <p:nvPr userDrawn="1"/>
        </p:nvSpPr>
        <p:spPr>
          <a:xfrm>
            <a:off x="3268758" y="4875180"/>
            <a:ext cx="1905338" cy="215444"/>
          </a:xfrm>
          <a:prstGeom prst="rect">
            <a:avLst/>
          </a:prstGeom>
          <a:noFill/>
          <a:ln>
            <a:noFill/>
          </a:ln>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lumMod val="50000"/>
                  </a:srgbClr>
                </a:solidFill>
                <a:effectLst/>
                <a:uLnTx/>
                <a:uFillTx/>
                <a:latin typeface="Segoe UI Light" panose="020B0502040204020203" pitchFamily="34" charset="0"/>
                <a:ea typeface="+mn-ea"/>
                <a:cs typeface="Segoe UI Light" panose="020B0502040204020203" pitchFamily="34" charset="0"/>
              </a:rPr>
              <a:t>Situation:</a:t>
            </a:r>
            <a:endParaRPr kumimoji="0" lang="en-US" sz="14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27" name="Text Placeholder 24">
            <a:extLst>
              <a:ext uri="{FF2B5EF4-FFF2-40B4-BE49-F238E27FC236}">
                <a16:creationId xmlns:a16="http://schemas.microsoft.com/office/drawing/2014/main" id="{CEABE899-10A3-484A-9A5F-6B1D4CB09EA4}"/>
              </a:ext>
            </a:extLst>
          </p:cNvPr>
          <p:cNvSpPr>
            <a:spLocks noGrp="1"/>
          </p:cNvSpPr>
          <p:nvPr>
            <p:ph type="body" sz="quarter" idx="10"/>
          </p:nvPr>
        </p:nvSpPr>
        <p:spPr>
          <a:xfrm>
            <a:off x="3268758" y="3460224"/>
            <a:ext cx="8643841" cy="830262"/>
          </a:xfrm>
          <a:prstGeom prst="rect">
            <a:avLst/>
          </a:prstGeom>
        </p:spPr>
        <p:txBody>
          <a:bodyPr lIns="0" tIns="0" rIns="0" bIns="0" anchor="b" anchorCtr="0"/>
          <a:lstStyle>
            <a:lvl1pPr marL="0" indent="0">
              <a:lnSpc>
                <a:spcPct val="100000"/>
              </a:lnSpc>
              <a:buNone/>
              <a:defRPr sz="1800" b="0" i="0">
                <a:latin typeface="Segoe UI" panose="020B0502040204020203" pitchFamily="34" charset="0"/>
                <a:cs typeface="Segoe UI" panose="020B0502040204020203" pitchFamily="34" charset="0"/>
              </a:defRPr>
            </a:lvl1pPr>
          </a:lstStyle>
          <a:p>
            <a:pPr lvl="0"/>
            <a:endParaRPr lang="en-US"/>
          </a:p>
        </p:txBody>
      </p:sp>
      <p:sp>
        <p:nvSpPr>
          <p:cNvPr id="28" name="Text Placeholder 28">
            <a:extLst>
              <a:ext uri="{FF2B5EF4-FFF2-40B4-BE49-F238E27FC236}">
                <a16:creationId xmlns:a16="http://schemas.microsoft.com/office/drawing/2014/main" id="{E03D0DEC-BC71-A445-A3E5-9B83B80381D9}"/>
              </a:ext>
            </a:extLst>
          </p:cNvPr>
          <p:cNvSpPr>
            <a:spLocks noGrp="1"/>
          </p:cNvSpPr>
          <p:nvPr>
            <p:ph type="body" sz="quarter" idx="12"/>
          </p:nvPr>
        </p:nvSpPr>
        <p:spPr>
          <a:xfrm>
            <a:off x="3268758" y="5162439"/>
            <a:ext cx="25603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37" name="Text Placeholder 24">
            <a:extLst>
              <a:ext uri="{FF2B5EF4-FFF2-40B4-BE49-F238E27FC236}">
                <a16:creationId xmlns:a16="http://schemas.microsoft.com/office/drawing/2014/main" id="{F5AC1971-A820-D44B-949E-127EE4381960}"/>
              </a:ext>
            </a:extLst>
          </p:cNvPr>
          <p:cNvSpPr>
            <a:spLocks noGrp="1"/>
          </p:cNvSpPr>
          <p:nvPr>
            <p:ph type="body" sz="quarter" idx="11"/>
          </p:nvPr>
        </p:nvSpPr>
        <p:spPr>
          <a:xfrm>
            <a:off x="3268757" y="4423180"/>
            <a:ext cx="8643841" cy="158979"/>
          </a:xfrm>
          <a:prstGeom prst="rect">
            <a:avLst/>
          </a:prstGeom>
        </p:spPr>
        <p:txBody>
          <a:bodyPr lIns="0" tIns="0" rIns="0" bIns="0"/>
          <a:lstStyle>
            <a:lvl1pPr marL="0" indent="0">
              <a:buNone/>
              <a:defRPr sz="1000" b="0" i="0">
                <a:solidFill>
                  <a:schemeClr val="bg1">
                    <a:lumMod val="50000"/>
                  </a:schemeClr>
                </a:solidFill>
                <a:latin typeface="Segoe UI Semilight" panose="020B0402040204020203" pitchFamily="34" charset="0"/>
                <a:cs typeface="Segoe UI Semilight" panose="020B0402040204020203" pitchFamily="34" charset="0"/>
              </a:defRPr>
            </a:lvl1pPr>
          </a:lstStyle>
          <a:p>
            <a:pPr lvl="0"/>
            <a:endParaRPr lang="en-US"/>
          </a:p>
        </p:txBody>
      </p:sp>
      <p:sp>
        <p:nvSpPr>
          <p:cNvPr id="42" name="TextBox 41">
            <a:extLst>
              <a:ext uri="{FF2B5EF4-FFF2-40B4-BE49-F238E27FC236}">
                <a16:creationId xmlns:a16="http://schemas.microsoft.com/office/drawing/2014/main" id="{B59E8476-D4FE-3D4F-9EC9-5DA909E29651}"/>
              </a:ext>
            </a:extLst>
          </p:cNvPr>
          <p:cNvSpPr txBox="1"/>
          <p:nvPr userDrawn="1"/>
        </p:nvSpPr>
        <p:spPr>
          <a:xfrm>
            <a:off x="6309118" y="4875180"/>
            <a:ext cx="1905338" cy="215444"/>
          </a:xfrm>
          <a:prstGeom prst="rect">
            <a:avLst/>
          </a:prstGeom>
          <a:noFill/>
          <a:ln>
            <a:noFill/>
          </a:ln>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lumMod val="50000"/>
                  </a:srgbClr>
                </a:solidFill>
                <a:effectLst/>
                <a:uLnTx/>
                <a:uFillTx/>
                <a:latin typeface="Segoe UI Light" panose="020B0502040204020203" pitchFamily="34" charset="0"/>
                <a:ea typeface="+mn-ea"/>
                <a:cs typeface="Segoe UI Light" panose="020B0502040204020203" pitchFamily="34" charset="0"/>
              </a:rPr>
              <a:t>Solution:</a:t>
            </a:r>
            <a:endParaRPr kumimoji="0" lang="en-US" sz="14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43" name="Text Placeholder 28">
            <a:extLst>
              <a:ext uri="{FF2B5EF4-FFF2-40B4-BE49-F238E27FC236}">
                <a16:creationId xmlns:a16="http://schemas.microsoft.com/office/drawing/2014/main" id="{847B54F4-C98A-7F4F-8633-A67212D37E3D}"/>
              </a:ext>
            </a:extLst>
          </p:cNvPr>
          <p:cNvSpPr>
            <a:spLocks noGrp="1"/>
          </p:cNvSpPr>
          <p:nvPr>
            <p:ph type="body" sz="quarter" idx="21"/>
          </p:nvPr>
        </p:nvSpPr>
        <p:spPr>
          <a:xfrm>
            <a:off x="6135863" y="5162439"/>
            <a:ext cx="228600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44" name="TextBox 43">
            <a:extLst>
              <a:ext uri="{FF2B5EF4-FFF2-40B4-BE49-F238E27FC236}">
                <a16:creationId xmlns:a16="http://schemas.microsoft.com/office/drawing/2014/main" id="{B1EBCCF4-5394-C04F-AA62-05007544FC0C}"/>
              </a:ext>
            </a:extLst>
          </p:cNvPr>
          <p:cNvSpPr txBox="1"/>
          <p:nvPr userDrawn="1"/>
        </p:nvSpPr>
        <p:spPr>
          <a:xfrm>
            <a:off x="8901899" y="4875180"/>
            <a:ext cx="1905338" cy="215444"/>
          </a:xfrm>
          <a:prstGeom prst="rect">
            <a:avLst/>
          </a:prstGeom>
          <a:noFill/>
          <a:ln>
            <a:noFill/>
          </a:ln>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lumMod val="50000"/>
                  </a:srgbClr>
                </a:solidFill>
                <a:effectLst/>
                <a:uLnTx/>
                <a:uFillTx/>
                <a:latin typeface="Segoe UI Light" panose="020B0502040204020203" pitchFamily="34" charset="0"/>
                <a:ea typeface="+mn-ea"/>
                <a:cs typeface="Segoe UI Light" panose="020B0502040204020203" pitchFamily="34" charset="0"/>
              </a:rPr>
              <a:t>Impact:</a:t>
            </a:r>
            <a:endParaRPr kumimoji="0" lang="en-US" sz="1400" b="0" i="0" u="none" strike="noStrike" kern="1200" cap="none" spc="0" normalizeH="0" baseline="0" noProof="0">
              <a:ln>
                <a:noFill/>
              </a:ln>
              <a:solidFill>
                <a:srgbClr val="FFFFFF">
                  <a:lumMod val="50000"/>
                </a:srgbClr>
              </a:solidFill>
              <a:effectLst/>
              <a:uLnTx/>
              <a:uFillTx/>
              <a:latin typeface="Segoe UI"/>
              <a:ea typeface="+mn-ea"/>
              <a:cs typeface="+mn-cs"/>
            </a:endParaRPr>
          </a:p>
        </p:txBody>
      </p:sp>
      <p:sp>
        <p:nvSpPr>
          <p:cNvPr id="45" name="Text Placeholder 28">
            <a:extLst>
              <a:ext uri="{FF2B5EF4-FFF2-40B4-BE49-F238E27FC236}">
                <a16:creationId xmlns:a16="http://schemas.microsoft.com/office/drawing/2014/main" id="{817B977B-57E9-154C-AA12-E0B3A70688DF}"/>
              </a:ext>
            </a:extLst>
          </p:cNvPr>
          <p:cNvSpPr>
            <a:spLocks noGrp="1"/>
          </p:cNvSpPr>
          <p:nvPr>
            <p:ph type="body" sz="quarter" idx="22"/>
          </p:nvPr>
        </p:nvSpPr>
        <p:spPr>
          <a:xfrm>
            <a:off x="8728648" y="5162439"/>
            <a:ext cx="3017520" cy="1470009"/>
          </a:xfrm>
          <a:prstGeom prst="rect">
            <a:avLst/>
          </a:prstGeom>
        </p:spPr>
        <p:txBody>
          <a:bodyPr lIns="0" tIns="0" rIns="0" bIns="0"/>
          <a:lstStyle>
            <a:lvl1pPr marL="0" indent="0">
              <a:lnSpc>
                <a:spcPct val="100000"/>
              </a:lnSpc>
              <a:buNone/>
              <a:defRPr sz="1300" b="0" i="0">
                <a:latin typeface="Segoe UI Semilight" panose="020B0402040204020203" pitchFamily="34" charset="0"/>
                <a:cs typeface="Segoe UI Semilight" panose="020B0402040204020203" pitchFamily="34" charset="0"/>
              </a:defRPr>
            </a:lvl1pPr>
          </a:lstStyle>
          <a:p>
            <a:pPr lvl="0"/>
            <a:endParaRPr lang="en-US"/>
          </a:p>
        </p:txBody>
      </p:sp>
      <p:sp>
        <p:nvSpPr>
          <p:cNvPr id="5" name="Picture Placeholder 4">
            <a:extLst>
              <a:ext uri="{FF2B5EF4-FFF2-40B4-BE49-F238E27FC236}">
                <a16:creationId xmlns:a16="http://schemas.microsoft.com/office/drawing/2014/main" id="{3D70BBFF-3B0B-644F-878A-E178AF5B45E4}"/>
              </a:ext>
            </a:extLst>
          </p:cNvPr>
          <p:cNvSpPr>
            <a:spLocks noGrp="1" noChangeAspect="1"/>
          </p:cNvSpPr>
          <p:nvPr>
            <p:ph type="pic" sz="quarter" idx="23" hasCustomPrompt="1"/>
          </p:nvPr>
        </p:nvSpPr>
        <p:spPr>
          <a:xfrm>
            <a:off x="401737" y="436245"/>
            <a:ext cx="2103120" cy="2103120"/>
          </a:xfrm>
          <a:prstGeom prst="rect">
            <a:avLst/>
          </a:prstGeom>
        </p:spPr>
        <p:txBody>
          <a:bodyPr/>
          <a:lstStyle>
            <a:lvl1pPr marL="0" indent="0">
              <a:buNone/>
              <a:defRPr/>
            </a:lvl1pPr>
          </a:lstStyle>
          <a:p>
            <a:r>
              <a:rPr lang="en-US"/>
              <a:t>Logo</a:t>
            </a:r>
          </a:p>
        </p:txBody>
      </p:sp>
      <p:sp>
        <p:nvSpPr>
          <p:cNvPr id="24" name="Picture Placeholder 6">
            <a:extLst>
              <a:ext uri="{FF2B5EF4-FFF2-40B4-BE49-F238E27FC236}">
                <a16:creationId xmlns:a16="http://schemas.microsoft.com/office/drawing/2014/main" id="{3C57D4FA-1216-4944-BBF6-C83155F9ED20}"/>
              </a:ext>
            </a:extLst>
          </p:cNvPr>
          <p:cNvSpPr>
            <a:spLocks noGrp="1" noChangeAspect="1"/>
          </p:cNvSpPr>
          <p:nvPr>
            <p:ph type="pic" sz="quarter" idx="24" hasCustomPrompt="1"/>
          </p:nvPr>
        </p:nvSpPr>
        <p:spPr>
          <a:xfrm>
            <a:off x="2960688" y="0"/>
            <a:ext cx="9235440" cy="3292475"/>
          </a:xfrm>
          <a:prstGeom prst="rect">
            <a:avLst/>
          </a:prstGeom>
        </p:spPr>
        <p:txBody>
          <a:bodyPr/>
          <a:lstStyle>
            <a:lvl1pPr marL="0" indent="0">
              <a:buNone/>
              <a:defRPr/>
            </a:lvl1pPr>
          </a:lstStyle>
          <a:p>
            <a:r>
              <a:rPr lang="en-US"/>
              <a:t>Horizontal banner image</a:t>
            </a:r>
          </a:p>
        </p:txBody>
      </p:sp>
      <p:sp>
        <p:nvSpPr>
          <p:cNvPr id="17" name="Text Placeholder 44">
            <a:extLst>
              <a:ext uri="{FF2B5EF4-FFF2-40B4-BE49-F238E27FC236}">
                <a16:creationId xmlns:a16="http://schemas.microsoft.com/office/drawing/2014/main" id="{7EE6957E-64E7-4044-BFE8-2BF3980E5126}"/>
              </a:ext>
            </a:extLst>
          </p:cNvPr>
          <p:cNvSpPr>
            <a:spLocks noGrp="1"/>
          </p:cNvSpPr>
          <p:nvPr>
            <p:ph type="body" sz="quarter" idx="18"/>
          </p:nvPr>
        </p:nvSpPr>
        <p:spPr>
          <a:xfrm>
            <a:off x="310297" y="3596575"/>
            <a:ext cx="2286000" cy="2397826"/>
          </a:xfrm>
          <a:prstGeom prst="rect">
            <a:avLst/>
          </a:prstGeom>
        </p:spPr>
        <p:txBody>
          <a:bodyPr lIns="0" tIns="0" rIns="0" bIns="0" anchor="b" anchorCtr="0"/>
          <a:lstStyle>
            <a:lvl1pPr marL="0" indent="0">
              <a:lnSpc>
                <a:spcPct val="100000"/>
              </a:lnSpc>
              <a:buNone/>
              <a:defRPr sz="1000" b="1" i="0">
                <a:solidFill>
                  <a:schemeClr val="bg1">
                    <a:lumMod val="50000"/>
                  </a:schemeClr>
                </a:solidFill>
                <a:latin typeface="Segoe UI Semibold" panose="020B0502040204020203" pitchFamily="34" charset="0"/>
                <a:cs typeface="Segoe UI Semibold" panose="020B0502040204020203" pitchFamily="34" charset="0"/>
              </a:defRPr>
            </a:lvl1pPr>
          </a:lstStyle>
          <a:p>
            <a:pPr lvl="0"/>
            <a:endParaRPr lang="en-US"/>
          </a:p>
        </p:txBody>
      </p:sp>
    </p:spTree>
    <p:extLst>
      <p:ext uri="{BB962C8B-B14F-4D97-AF65-F5344CB8AC3E}">
        <p14:creationId xmlns:p14="http://schemas.microsoft.com/office/powerpoint/2010/main" val="33268223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D09D7-4A8E-152F-1CF4-1EE47F40BB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43837C-6263-295D-8E7C-0BB24D2B1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CFDF01-4510-9FEC-A7F0-5C0922B6F6F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1A0AEBE-7545-449E-B376-6AD7C144E85C}" type="datetimeFigureOut">
              <a:rPr kumimoji="0" lang="en-US" sz="1800" b="0" i="0" u="none" strike="noStrike" kern="1200" cap="none" spc="0" normalizeH="0" baseline="0" noProof="0" smtClean="0">
                <a:ln>
                  <a:noFill/>
                </a:ln>
                <a:solidFill>
                  <a:srgbClr val="000000"/>
                </a:solidFill>
                <a:effectLst/>
                <a:uLnTx/>
                <a:uFillTx/>
                <a:latin typeface="Segoe U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6/10/2026</a:t>
            </a:fld>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Footer Placeholder 4">
            <a:extLst>
              <a:ext uri="{FF2B5EF4-FFF2-40B4-BE49-F238E27FC236}">
                <a16:creationId xmlns:a16="http://schemas.microsoft.com/office/drawing/2014/main" id="{D80E2677-8737-EDEA-F3A5-C96420F5DA7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6" name="Slide Number Placeholder 5">
            <a:extLst>
              <a:ext uri="{FF2B5EF4-FFF2-40B4-BE49-F238E27FC236}">
                <a16:creationId xmlns:a16="http://schemas.microsoft.com/office/drawing/2014/main" id="{B772DD37-5F64-16F1-1A6A-1E7D8067E36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8DE49C4-4485-48C5-B89B-B39BAA7CAA51}" type="slidenum">
              <a:rPr kumimoji="0" lang="en-US" sz="1800" b="0" i="0" u="none" strike="noStrike" kern="1200" cap="none" spc="0" normalizeH="0" baseline="0" noProof="0" smtClean="0">
                <a:ln>
                  <a:noFill/>
                </a:ln>
                <a:solidFill>
                  <a:srgbClr val="000000"/>
                </a:solidFill>
                <a:effectLst/>
                <a:uLnTx/>
                <a:uFillTx/>
                <a:latin typeface="Segoe U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2556188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userDrawn="1">
  <p:cSld name="Title and Subtitle - Center (Simplified)">
    <p:spTree>
      <p:nvGrpSpPr>
        <p:cNvPr id="1" name=""/>
        <p:cNvGrpSpPr/>
        <p:nvPr/>
      </p:nvGrpSpPr>
      <p:grpSpPr>
        <a:xfrm>
          <a:off x="0" y="0"/>
          <a:ext cx="0" cy="0"/>
          <a:chOff x="0" y="0"/>
          <a:chExt cx="0" cy="0"/>
        </a:xfrm>
      </p:grpSpPr>
      <p:pic>
        <p:nvPicPr>
          <p:cNvPr id="2"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01059EB9-6A76-7544-B38B-CFE7862CD4D0}"/>
              </a:ext>
              <a:ext uri="{C183D7F6-B498-43B3-948B-1728B52AA6E4}">
                <adec:decorative xmlns:adec="http://schemas.microsoft.com/office/drawing/2017/decorative" val="0"/>
              </a:ext>
            </a:extLst>
          </p:cNvPr>
          <p:cNvPicPr>
            <a:picLocks noChangeAspect="1"/>
          </p:cNvPicPr>
          <p:nvPr userDrawn="1"/>
        </p:nvPicPr>
        <p:blipFill rotWithShape="1">
          <a:blip r:embed="rId2"/>
          <a:srcRect l="762"/>
          <a:stretch/>
        </p:blipFill>
        <p:spPr>
          <a:xfrm rot="5400000">
            <a:off x="9509760" y="2843773"/>
            <a:ext cx="6858000" cy="1170455"/>
          </a:xfrm>
          <a:prstGeom prst="rect">
            <a:avLst/>
          </a:prstGeom>
        </p:spPr>
      </p:pic>
      <p:sp>
        <p:nvSpPr>
          <p:cNvPr id="3" name="Title 2">
            <a:extLst>
              <a:ext uri="{FF2B5EF4-FFF2-40B4-BE49-F238E27FC236}">
                <a16:creationId xmlns:a16="http://schemas.microsoft.com/office/drawing/2014/main" id="{E39E2505-006B-2941-A629-B6AFBAD5FF67}"/>
              </a:ext>
            </a:extLst>
          </p:cNvPr>
          <p:cNvSpPr>
            <a:spLocks noGrp="1"/>
          </p:cNvSpPr>
          <p:nvPr>
            <p:ph type="title"/>
          </p:nvPr>
        </p:nvSpPr>
        <p:spPr>
          <a:xfrm>
            <a:off x="582614" y="620490"/>
            <a:ext cx="11026774" cy="553998"/>
          </a:xfrm>
        </p:spPr>
        <p:txBody>
          <a:bodyPr/>
          <a:lstStyle>
            <a:lvl1pPr algn="ctr">
              <a:defRPr/>
            </a:lvl1pPr>
          </a:lstStyle>
          <a:p>
            <a:r>
              <a:rPr lang="en-US"/>
              <a:t>Click to edit Master title style</a:t>
            </a:r>
          </a:p>
        </p:txBody>
      </p:sp>
      <p:sp>
        <p:nvSpPr>
          <p:cNvPr id="6" name="Text Placeholder 5">
            <a:extLst>
              <a:ext uri="{FF2B5EF4-FFF2-40B4-BE49-F238E27FC236}">
                <a16:creationId xmlns:a16="http://schemas.microsoft.com/office/drawing/2014/main" id="{DA02F9E5-CB62-924A-BFA5-F90E7D6ED364}"/>
              </a:ext>
            </a:extLst>
          </p:cNvPr>
          <p:cNvSpPr>
            <a:spLocks noGrp="1"/>
          </p:cNvSpPr>
          <p:nvPr>
            <p:ph type="body" sz="quarter" idx="10"/>
          </p:nvPr>
        </p:nvSpPr>
        <p:spPr>
          <a:xfrm>
            <a:off x="582614" y="1209211"/>
            <a:ext cx="11026772" cy="307777"/>
          </a:xfrm>
        </p:spPr>
        <p:txBody>
          <a:bodyPr/>
          <a:lstStyle>
            <a:lvl1pPr marL="0" indent="0" algn="ctr">
              <a:buNone/>
              <a:defRPr sz="2000">
                <a:solidFill>
                  <a:schemeClr val="tx1"/>
                </a:solidFill>
                <a:latin typeface="+mn-lt"/>
              </a:defRPr>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Master text styles</a:t>
            </a:r>
          </a:p>
        </p:txBody>
      </p:sp>
    </p:spTree>
    <p:extLst>
      <p:ext uri="{BB962C8B-B14F-4D97-AF65-F5344CB8AC3E}">
        <p14:creationId xmlns:p14="http://schemas.microsoft.com/office/powerpoint/2010/main" val="185366561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065777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555313-BDA4-39FE-956C-A7780D4111FF}"/>
              </a:ext>
            </a:extLst>
          </p:cNvPr>
          <p:cNvSpPr>
            <a:spLocks noGrp="1"/>
          </p:cNvSpPr>
          <p:nvPr>
            <p:ph type="dt" sz="half" idx="10"/>
          </p:nvPr>
        </p:nvSpPr>
        <p:spPr/>
        <p:txBody>
          <a:bodyPr/>
          <a:lstStyle/>
          <a:p>
            <a:fld id="{1A0973D9-1240-40A7-81E6-919B2BE0BEC0}" type="datetimeFigureOut">
              <a:rPr lang="en-US" smtClean="0"/>
              <a:t>6/10/2026</a:t>
            </a:fld>
            <a:endParaRPr lang="en-US"/>
          </a:p>
        </p:txBody>
      </p:sp>
      <p:sp>
        <p:nvSpPr>
          <p:cNvPr id="3" name="Footer Placeholder 2">
            <a:extLst>
              <a:ext uri="{FF2B5EF4-FFF2-40B4-BE49-F238E27FC236}">
                <a16:creationId xmlns:a16="http://schemas.microsoft.com/office/drawing/2014/main" id="{CDE9798F-6D3A-0020-C757-3F47B7B45F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B53FF8-CC9B-2EE4-70B4-62BD8934BF9E}"/>
              </a:ext>
            </a:extLst>
          </p:cNvPr>
          <p:cNvSpPr>
            <a:spLocks noGrp="1"/>
          </p:cNvSpPr>
          <p:nvPr>
            <p:ph type="sldNum" sz="quarter" idx="12"/>
          </p:nvPr>
        </p:nvSpPr>
        <p:spPr/>
        <p:txBody>
          <a:bodyPr/>
          <a:lstStyle/>
          <a:p>
            <a:fld id="{5304B37C-6D96-48E8-A33F-7892EFC8B58C}" type="slidenum">
              <a:rPr lang="en-US" smtClean="0"/>
              <a:t>‹#›</a:t>
            </a:fld>
            <a:endParaRPr lang="en-US"/>
          </a:p>
        </p:txBody>
      </p:sp>
    </p:spTree>
    <p:extLst>
      <p:ext uri="{BB962C8B-B14F-4D97-AF65-F5344CB8AC3E}">
        <p14:creationId xmlns:p14="http://schemas.microsoft.com/office/powerpoint/2010/main" val="3937456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9" Type="http://schemas.openxmlformats.org/officeDocument/2006/relationships/slideLayout" Target="../slideLayouts/slideLayout46.xml"/><Relationship Id="rId21" Type="http://schemas.openxmlformats.org/officeDocument/2006/relationships/slideLayout" Target="../slideLayouts/slideLayout28.xml"/><Relationship Id="rId34" Type="http://schemas.openxmlformats.org/officeDocument/2006/relationships/slideLayout" Target="../slideLayouts/slideLayout41.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 Type="http://schemas.openxmlformats.org/officeDocument/2006/relationships/slideLayout" Target="../slideLayouts/slideLayout1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9" Type="http://schemas.openxmlformats.org/officeDocument/2006/relationships/slideLayout" Target="../slideLayouts/slideLayout36.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5" Type="http://schemas.openxmlformats.org/officeDocument/2006/relationships/slideLayout" Target="../slideLayouts/slideLayout12.xml"/><Relationship Id="rId61" Type="http://schemas.openxmlformats.org/officeDocument/2006/relationships/image" Target="../media/image4.jpeg"/><Relationship Id="rId19" Type="http://schemas.openxmlformats.org/officeDocument/2006/relationships/slideLayout" Target="../slideLayouts/slideLayout2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56" Type="http://schemas.openxmlformats.org/officeDocument/2006/relationships/slideLayout" Target="../slideLayouts/slideLayout63.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theme" Target="../theme/theme2.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image" Target="../media/image3.emf"/><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9" Type="http://schemas.openxmlformats.org/officeDocument/2006/relationships/slideLayout" Target="../slideLayouts/slideLayout104.xml"/><Relationship Id="rId21" Type="http://schemas.openxmlformats.org/officeDocument/2006/relationships/slideLayout" Target="../slideLayouts/slideLayout86.xml"/><Relationship Id="rId34" Type="http://schemas.openxmlformats.org/officeDocument/2006/relationships/slideLayout" Target="../slideLayouts/slideLayout99.xml"/><Relationship Id="rId42" Type="http://schemas.openxmlformats.org/officeDocument/2006/relationships/slideLayout" Target="../slideLayouts/slideLayout107.xml"/><Relationship Id="rId47" Type="http://schemas.openxmlformats.org/officeDocument/2006/relationships/slideLayout" Target="../slideLayouts/slideLayout112.xml"/><Relationship Id="rId50" Type="http://schemas.openxmlformats.org/officeDocument/2006/relationships/slideLayout" Target="../slideLayouts/slideLayout115.xml"/><Relationship Id="rId55" Type="http://schemas.openxmlformats.org/officeDocument/2006/relationships/slideLayout" Target="../slideLayouts/slideLayout120.xml"/><Relationship Id="rId7" Type="http://schemas.openxmlformats.org/officeDocument/2006/relationships/slideLayout" Target="../slideLayouts/slideLayout72.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9" Type="http://schemas.openxmlformats.org/officeDocument/2006/relationships/slideLayout" Target="../slideLayouts/slideLayout94.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37" Type="http://schemas.openxmlformats.org/officeDocument/2006/relationships/slideLayout" Target="../slideLayouts/slideLayout102.xml"/><Relationship Id="rId40" Type="http://schemas.openxmlformats.org/officeDocument/2006/relationships/slideLayout" Target="../slideLayouts/slideLayout105.xml"/><Relationship Id="rId45" Type="http://schemas.openxmlformats.org/officeDocument/2006/relationships/slideLayout" Target="../slideLayouts/slideLayout110.xml"/><Relationship Id="rId53" Type="http://schemas.openxmlformats.org/officeDocument/2006/relationships/slideLayout" Target="../slideLayouts/slideLayout118.xml"/><Relationship Id="rId58" Type="http://schemas.openxmlformats.org/officeDocument/2006/relationships/slideLayout" Target="../slideLayouts/slideLayout123.xml"/><Relationship Id="rId5" Type="http://schemas.openxmlformats.org/officeDocument/2006/relationships/slideLayout" Target="../slideLayouts/slideLayout70.xml"/><Relationship Id="rId61" Type="http://schemas.openxmlformats.org/officeDocument/2006/relationships/image" Target="../media/image4.jpeg"/><Relationship Id="rId19" Type="http://schemas.openxmlformats.org/officeDocument/2006/relationships/slideLayout" Target="../slideLayouts/slideLayout8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35" Type="http://schemas.openxmlformats.org/officeDocument/2006/relationships/slideLayout" Target="../slideLayouts/slideLayout100.xml"/><Relationship Id="rId43" Type="http://schemas.openxmlformats.org/officeDocument/2006/relationships/slideLayout" Target="../slideLayouts/slideLayout108.xml"/><Relationship Id="rId48" Type="http://schemas.openxmlformats.org/officeDocument/2006/relationships/slideLayout" Target="../slideLayouts/slideLayout113.xml"/><Relationship Id="rId56" Type="http://schemas.openxmlformats.org/officeDocument/2006/relationships/slideLayout" Target="../slideLayouts/slideLayout121.xml"/><Relationship Id="rId8" Type="http://schemas.openxmlformats.org/officeDocument/2006/relationships/slideLayout" Target="../slideLayouts/slideLayout73.xml"/><Relationship Id="rId51" Type="http://schemas.openxmlformats.org/officeDocument/2006/relationships/slideLayout" Target="../slideLayouts/slideLayout116.xml"/><Relationship Id="rId3" Type="http://schemas.openxmlformats.org/officeDocument/2006/relationships/slideLayout" Target="../slideLayouts/slideLayout68.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slideLayout" Target="../slideLayouts/slideLayout98.xml"/><Relationship Id="rId38" Type="http://schemas.openxmlformats.org/officeDocument/2006/relationships/slideLayout" Target="../slideLayouts/slideLayout103.xml"/><Relationship Id="rId46" Type="http://schemas.openxmlformats.org/officeDocument/2006/relationships/slideLayout" Target="../slideLayouts/slideLayout111.xml"/><Relationship Id="rId59" Type="http://schemas.openxmlformats.org/officeDocument/2006/relationships/theme" Target="../theme/theme3.xml"/><Relationship Id="rId20" Type="http://schemas.openxmlformats.org/officeDocument/2006/relationships/slideLayout" Target="../slideLayouts/slideLayout85.xml"/><Relationship Id="rId41" Type="http://schemas.openxmlformats.org/officeDocument/2006/relationships/slideLayout" Target="../slideLayouts/slideLayout106.xml"/><Relationship Id="rId54" Type="http://schemas.openxmlformats.org/officeDocument/2006/relationships/slideLayout" Target="../slideLayouts/slideLayout119.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36" Type="http://schemas.openxmlformats.org/officeDocument/2006/relationships/slideLayout" Target="../slideLayouts/slideLayout101.xml"/><Relationship Id="rId49" Type="http://schemas.openxmlformats.org/officeDocument/2006/relationships/slideLayout" Target="../slideLayouts/slideLayout114.xml"/><Relationship Id="rId57" Type="http://schemas.openxmlformats.org/officeDocument/2006/relationships/slideLayout" Target="../slideLayouts/slideLayout122.xml"/><Relationship Id="rId10" Type="http://schemas.openxmlformats.org/officeDocument/2006/relationships/slideLayout" Target="../slideLayouts/slideLayout75.xml"/><Relationship Id="rId31" Type="http://schemas.openxmlformats.org/officeDocument/2006/relationships/slideLayout" Target="../slideLayouts/slideLayout96.xml"/><Relationship Id="rId44" Type="http://schemas.openxmlformats.org/officeDocument/2006/relationships/slideLayout" Target="../slideLayouts/slideLayout109.xml"/><Relationship Id="rId52" Type="http://schemas.openxmlformats.org/officeDocument/2006/relationships/slideLayout" Target="../slideLayouts/slideLayout117.xml"/><Relationship Id="rId60" Type="http://schemas.openxmlformats.org/officeDocument/2006/relationships/image" Target="../media/image3.emf"/><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25.xml"/><Relationship Id="rId1"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6185" r:id="rId1"/>
    <p:sldLayoutId id="2147486186" r:id="rId2"/>
    <p:sldLayoutId id="2147486179" r:id="rId3"/>
    <p:sldLayoutId id="2147486188" r:id="rId4"/>
    <p:sldLayoutId id="2147486189" r:id="rId5"/>
    <p:sldLayoutId id="2147486190" r:id="rId6"/>
    <p:sldLayoutId id="2147486187" r:id="rId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rgbClr val="117865"/>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rgbClr val="000000"/>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guide id="31" orient="horz" pos="3600" userDrawn="1">
          <p15:clr>
            <a:srgbClr val="5ACBF0"/>
          </p15:clr>
        </p15:guide>
        <p15:guide id="32" pos="3840" userDrawn="1">
          <p15:clr>
            <a:srgbClr val="F26B43"/>
          </p15:clr>
        </p15:guide>
        <p15:guide id="33" orient="horz"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4201" y="457200"/>
            <a:ext cx="6854825"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6857603"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60"/>
          <a:srcRect l="762"/>
          <a:stretch/>
        </p:blipFill>
        <p:spPr>
          <a:xfrm rot="5400000">
            <a:off x="9509760" y="2843773"/>
            <a:ext cx="6858000" cy="1170455"/>
          </a:xfrm>
          <a:prstGeom prst="rect">
            <a:avLst/>
          </a:prstGeom>
        </p:spPr>
      </p:pic>
      <p:sp>
        <p:nvSpPr>
          <p:cNvPr id="5" name="Rectangle 4" hidden="1">
            <a:extLst>
              <a:ext uri="{FF2B5EF4-FFF2-40B4-BE49-F238E27FC236}">
                <a16:creationId xmlns:a16="http://schemas.microsoft.com/office/drawing/2014/main" id="{7BABC6C7-AADF-4DBF-97D6-92EBD74E163E}"/>
              </a:ext>
            </a:extLst>
          </p:cNvPr>
          <p:cNvSpPr/>
          <p:nvPr userDrawn="1"/>
        </p:nvSpPr>
        <p:spPr bwMode="auto">
          <a:xfrm>
            <a:off x="0" y="-138714"/>
            <a:ext cx="4169664" cy="4571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0000"/>
              </a:solidFill>
              <a:ea typeface="Segoe UI" pitchFamily="34" charset="0"/>
              <a:cs typeface="Segoe UI" pitchFamily="34" charset="0"/>
            </a:endParaRPr>
          </a:p>
        </p:txBody>
      </p:sp>
      <p:pic>
        <p:nvPicPr>
          <p:cNvPr id="54" name="Ignite light" descr="Ignite event illustration light" hidden="1">
            <a:extLst>
              <a:ext uri="{FF2B5EF4-FFF2-40B4-BE49-F238E27FC236}">
                <a16:creationId xmlns:a16="http://schemas.microsoft.com/office/drawing/2014/main" id="{DCD3C119-3C31-44E9-ACEF-74B542216E46}"/>
              </a:ext>
            </a:extLst>
          </p:cNvPr>
          <p:cNvPicPr>
            <a:picLocks noChangeAspect="1"/>
          </p:cNvPicPr>
          <p:nvPr userDrawn="1"/>
        </p:nvPicPr>
        <p:blipFill rotWithShape="1">
          <a:blip r:embed="rId61"/>
          <a:srcRect l="52412" r="13395"/>
          <a:stretch/>
        </p:blipFill>
        <p:spPr>
          <a:xfrm>
            <a:off x="1" y="0"/>
            <a:ext cx="4168773" cy="6857999"/>
          </a:xfrm>
          <a:prstGeom prst="rect">
            <a:avLst/>
          </a:prstGeom>
        </p:spPr>
      </p:pic>
      <p:grpSp>
        <p:nvGrpSpPr>
          <p:cNvPr id="11" name="Group 10">
            <a:extLst>
              <a:ext uri="{FF2B5EF4-FFF2-40B4-BE49-F238E27FC236}">
                <a16:creationId xmlns:a16="http://schemas.microsoft.com/office/drawing/2014/main" id="{CFC16F23-E575-8B43-9911-1740D4458536}"/>
              </a:ext>
            </a:extLst>
          </p:cNvPr>
          <p:cNvGrpSpPr/>
          <p:nvPr userDrawn="1"/>
        </p:nvGrpSpPr>
        <p:grpSpPr>
          <a:xfrm>
            <a:off x="11582996" y="218637"/>
            <a:ext cx="444876" cy="162166"/>
            <a:chOff x="695390" y="1849514"/>
            <a:chExt cx="10353479" cy="3774046"/>
          </a:xfrm>
        </p:grpSpPr>
        <p:sp>
          <p:nvSpPr>
            <p:cNvPr id="12" name="Rounded Rectangle 11">
              <a:extLst>
                <a:ext uri="{FF2B5EF4-FFF2-40B4-BE49-F238E27FC236}">
                  <a16:creationId xmlns:a16="http://schemas.microsoft.com/office/drawing/2014/main" id="{259DDC6C-DDEC-5345-A497-EF5D104F0EFA}"/>
                </a:ext>
              </a:extLst>
            </p:cNvPr>
            <p:cNvSpPr/>
            <p:nvPr/>
          </p:nvSpPr>
          <p:spPr bwMode="auto">
            <a:xfrm>
              <a:off x="7274113" y="1849514"/>
              <a:ext cx="3774756" cy="3774046"/>
            </a:xfrm>
            <a:prstGeom prst="roundRect">
              <a:avLst>
                <a:gd name="adj" fmla="val 50000"/>
              </a:avLst>
            </a:prstGeom>
            <a:solidFill>
              <a:srgbClr val="184E85"/>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400" err="1">
                <a:solidFill>
                  <a:srgbClr val="000000"/>
                </a:solidFill>
                <a:latin typeface="Segoe UI Semibold"/>
                <a:cs typeface="Segoe UI" panose="020B0502040204020203" pitchFamily="34" charset="0"/>
              </a:endParaRPr>
            </a:p>
          </p:txBody>
        </p:sp>
        <p:sp>
          <p:nvSpPr>
            <p:cNvPr id="13" name="Rounded Rectangle 12">
              <a:extLst>
                <a:ext uri="{FF2B5EF4-FFF2-40B4-BE49-F238E27FC236}">
                  <a16:creationId xmlns:a16="http://schemas.microsoft.com/office/drawing/2014/main" id="{8DCC2967-169C-CE48-9558-EC6E1746937F}"/>
                </a:ext>
              </a:extLst>
            </p:cNvPr>
            <p:cNvSpPr/>
            <p:nvPr/>
          </p:nvSpPr>
          <p:spPr bwMode="auto">
            <a:xfrm>
              <a:off x="3984751" y="1849514"/>
              <a:ext cx="3774756" cy="3774046"/>
            </a:xfrm>
            <a:prstGeom prst="roundRect">
              <a:avLst>
                <a:gd name="adj" fmla="val 50000"/>
              </a:avLst>
            </a:prstGeom>
            <a:solidFill>
              <a:srgbClr val="0078D4"/>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kern="0" err="1">
                <a:solidFill>
                  <a:srgbClr val="000000"/>
                </a:solidFill>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42ABC42A-352D-B447-8BEC-20A05C690FC8}"/>
                </a:ext>
              </a:extLst>
            </p:cNvPr>
            <p:cNvSpPr/>
            <p:nvPr/>
          </p:nvSpPr>
          <p:spPr bwMode="auto">
            <a:xfrm>
              <a:off x="695390" y="1849514"/>
              <a:ext cx="3774756" cy="3774046"/>
            </a:xfrm>
            <a:prstGeom prst="roundRect">
              <a:avLst>
                <a:gd name="adj" fmla="val 50000"/>
              </a:avLst>
            </a:prstGeom>
            <a:solidFill>
              <a:srgbClr val="1A9CE2"/>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err="1">
                <a:solidFill>
                  <a:srgbClr val="000000"/>
                </a:solidFill>
                <a:latin typeface="Segoe UI Semibold"/>
                <a:cs typeface="Segoe UI" panose="020B0502040204020203" pitchFamily="34" charset="0"/>
              </a:endParaRPr>
            </a:p>
          </p:txBody>
        </p:sp>
      </p:grpSp>
      <p:sp>
        <p:nvSpPr>
          <p:cNvPr id="15" name="Rectangle 14">
            <a:hlinkClick r:id="" action="ppaction://noaction"/>
            <a:extLst>
              <a:ext uri="{FF2B5EF4-FFF2-40B4-BE49-F238E27FC236}">
                <a16:creationId xmlns:a16="http://schemas.microsoft.com/office/drawing/2014/main" id="{7493B4A8-7264-854C-9A26-1F14C3F8240A}"/>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495309082"/>
      </p:ext>
    </p:extLst>
  </p:cSld>
  <p:clrMap bg1="lt1" tx1="dk1" bg2="lt2" tx2="dk2" accent1="accent1" accent2="accent2" accent3="accent3" accent4="accent4" accent5="accent5" accent6="accent6" hlink="hlink" folHlink="folHlink"/>
  <p:sldLayoutIdLst>
    <p:sldLayoutId id="2147486193" r:id="rId1"/>
    <p:sldLayoutId id="2147486194" r:id="rId2"/>
    <p:sldLayoutId id="2147486195" r:id="rId3"/>
    <p:sldLayoutId id="2147486196" r:id="rId4"/>
    <p:sldLayoutId id="2147486197" r:id="rId5"/>
    <p:sldLayoutId id="2147486198" r:id="rId6"/>
    <p:sldLayoutId id="2147486199" r:id="rId7"/>
    <p:sldLayoutId id="2147486200" r:id="rId8"/>
    <p:sldLayoutId id="2147486201" r:id="rId9"/>
    <p:sldLayoutId id="2147486202" r:id="rId10"/>
    <p:sldLayoutId id="2147486203" r:id="rId11"/>
    <p:sldLayoutId id="2147486204" r:id="rId12"/>
    <p:sldLayoutId id="2147486205" r:id="rId13"/>
    <p:sldLayoutId id="2147486206" r:id="rId14"/>
    <p:sldLayoutId id="2147486207" r:id="rId15"/>
    <p:sldLayoutId id="2147486208" r:id="rId16"/>
    <p:sldLayoutId id="2147486209" r:id="rId17"/>
    <p:sldLayoutId id="2147486210" r:id="rId18"/>
    <p:sldLayoutId id="2147486211" r:id="rId19"/>
    <p:sldLayoutId id="2147486212" r:id="rId20"/>
    <p:sldLayoutId id="2147486213" r:id="rId21"/>
    <p:sldLayoutId id="2147486214" r:id="rId22"/>
    <p:sldLayoutId id="2147486215" r:id="rId23"/>
    <p:sldLayoutId id="2147486216" r:id="rId24"/>
    <p:sldLayoutId id="2147486217" r:id="rId25"/>
    <p:sldLayoutId id="2147486218" r:id="rId26"/>
    <p:sldLayoutId id="2147486219" r:id="rId27"/>
    <p:sldLayoutId id="2147486220" r:id="rId28"/>
    <p:sldLayoutId id="2147486221" r:id="rId29"/>
    <p:sldLayoutId id="2147486222" r:id="rId30"/>
    <p:sldLayoutId id="2147486223" r:id="rId31"/>
    <p:sldLayoutId id="2147486224" r:id="rId32"/>
    <p:sldLayoutId id="2147486225" r:id="rId33"/>
    <p:sldLayoutId id="2147486226" r:id="rId34"/>
    <p:sldLayoutId id="2147486227" r:id="rId35"/>
    <p:sldLayoutId id="2147486228" r:id="rId36"/>
    <p:sldLayoutId id="2147486229" r:id="rId37"/>
    <p:sldLayoutId id="2147486230" r:id="rId38"/>
    <p:sldLayoutId id="2147486231" r:id="rId39"/>
    <p:sldLayoutId id="2147486232" r:id="rId40"/>
    <p:sldLayoutId id="2147486233" r:id="rId41"/>
    <p:sldLayoutId id="2147486234" r:id="rId42"/>
    <p:sldLayoutId id="2147486235" r:id="rId43"/>
    <p:sldLayoutId id="2147486236" r:id="rId44"/>
    <p:sldLayoutId id="2147486237" r:id="rId45"/>
    <p:sldLayoutId id="2147486238" r:id="rId46"/>
    <p:sldLayoutId id="2147486239" r:id="rId47"/>
    <p:sldLayoutId id="2147486240" r:id="rId48"/>
    <p:sldLayoutId id="2147486241" r:id="rId49"/>
    <p:sldLayoutId id="2147486242" r:id="rId50"/>
    <p:sldLayoutId id="2147486243" r:id="rId51"/>
    <p:sldLayoutId id="2147486244" r:id="rId52"/>
    <p:sldLayoutId id="2147486245" r:id="rId53"/>
    <p:sldLayoutId id="2147486246" r:id="rId54"/>
    <p:sldLayoutId id="2147486247" r:id="rId55"/>
    <p:sldLayoutId id="2147486248" r:id="rId56"/>
    <p:sldLayoutId id="2147486251" r:id="rId57"/>
    <p:sldLayoutId id="2147486252" r:id="rId5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2626">
          <p15:clr>
            <a:srgbClr val="C35EA4"/>
          </p15:clr>
        </p15:guide>
        <p15:guide id="32" pos="2995">
          <p15:clr>
            <a:srgbClr val="5ACBF0"/>
          </p15:clr>
        </p15:guide>
        <p15:guide id="33" pos="2811">
          <p15:clr>
            <a:srgbClr val="A4A3A4"/>
          </p15:clr>
        </p15:guide>
        <p15:guide id="34" orient="horz" pos="37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4201" y="457200"/>
            <a:ext cx="6854825"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6857603"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60"/>
          <a:srcRect l="762"/>
          <a:stretch/>
        </p:blipFill>
        <p:spPr>
          <a:xfrm rot="5400000">
            <a:off x="9509760" y="2843773"/>
            <a:ext cx="6858000" cy="1170455"/>
          </a:xfrm>
          <a:prstGeom prst="rect">
            <a:avLst/>
          </a:prstGeom>
        </p:spPr>
      </p:pic>
      <p:sp>
        <p:nvSpPr>
          <p:cNvPr id="5" name="Rectangle 4" hidden="1">
            <a:extLst>
              <a:ext uri="{FF2B5EF4-FFF2-40B4-BE49-F238E27FC236}">
                <a16:creationId xmlns:a16="http://schemas.microsoft.com/office/drawing/2014/main" id="{7BABC6C7-AADF-4DBF-97D6-92EBD74E163E}"/>
              </a:ext>
            </a:extLst>
          </p:cNvPr>
          <p:cNvSpPr/>
          <p:nvPr userDrawn="1"/>
        </p:nvSpPr>
        <p:spPr bwMode="auto">
          <a:xfrm>
            <a:off x="0" y="-138714"/>
            <a:ext cx="4169664" cy="45719"/>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0000"/>
              </a:solidFill>
              <a:ea typeface="Segoe UI" pitchFamily="34" charset="0"/>
              <a:cs typeface="Segoe UI" pitchFamily="34" charset="0"/>
            </a:endParaRPr>
          </a:p>
        </p:txBody>
      </p:sp>
      <p:pic>
        <p:nvPicPr>
          <p:cNvPr id="54" name="Ignite light" descr="Ignite event illustration light" hidden="1">
            <a:extLst>
              <a:ext uri="{FF2B5EF4-FFF2-40B4-BE49-F238E27FC236}">
                <a16:creationId xmlns:a16="http://schemas.microsoft.com/office/drawing/2014/main" id="{DCD3C119-3C31-44E9-ACEF-74B542216E46}"/>
              </a:ext>
            </a:extLst>
          </p:cNvPr>
          <p:cNvPicPr>
            <a:picLocks noChangeAspect="1"/>
          </p:cNvPicPr>
          <p:nvPr userDrawn="1"/>
        </p:nvPicPr>
        <p:blipFill rotWithShape="1">
          <a:blip r:embed="rId61"/>
          <a:srcRect l="52412" r="13395"/>
          <a:stretch/>
        </p:blipFill>
        <p:spPr>
          <a:xfrm>
            <a:off x="1" y="0"/>
            <a:ext cx="4168773" cy="6857999"/>
          </a:xfrm>
          <a:prstGeom prst="rect">
            <a:avLst/>
          </a:prstGeom>
        </p:spPr>
      </p:pic>
      <p:grpSp>
        <p:nvGrpSpPr>
          <p:cNvPr id="11" name="Group 10">
            <a:extLst>
              <a:ext uri="{FF2B5EF4-FFF2-40B4-BE49-F238E27FC236}">
                <a16:creationId xmlns:a16="http://schemas.microsoft.com/office/drawing/2014/main" id="{CFC16F23-E575-8B43-9911-1740D4458536}"/>
              </a:ext>
            </a:extLst>
          </p:cNvPr>
          <p:cNvGrpSpPr/>
          <p:nvPr userDrawn="1"/>
        </p:nvGrpSpPr>
        <p:grpSpPr>
          <a:xfrm>
            <a:off x="11582996" y="218637"/>
            <a:ext cx="444876" cy="162166"/>
            <a:chOff x="695390" y="1849514"/>
            <a:chExt cx="10353479" cy="3774046"/>
          </a:xfrm>
        </p:grpSpPr>
        <p:sp>
          <p:nvSpPr>
            <p:cNvPr id="12" name="Rounded Rectangle 11">
              <a:extLst>
                <a:ext uri="{FF2B5EF4-FFF2-40B4-BE49-F238E27FC236}">
                  <a16:creationId xmlns:a16="http://schemas.microsoft.com/office/drawing/2014/main" id="{259DDC6C-DDEC-5345-A497-EF5D104F0EFA}"/>
                </a:ext>
              </a:extLst>
            </p:cNvPr>
            <p:cNvSpPr/>
            <p:nvPr/>
          </p:nvSpPr>
          <p:spPr bwMode="auto">
            <a:xfrm>
              <a:off x="7274113" y="1849514"/>
              <a:ext cx="3774756" cy="3774046"/>
            </a:xfrm>
            <a:prstGeom prst="roundRect">
              <a:avLst>
                <a:gd name="adj" fmla="val 50000"/>
              </a:avLst>
            </a:prstGeom>
            <a:solidFill>
              <a:srgbClr val="184E85"/>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400" err="1">
                <a:solidFill>
                  <a:srgbClr val="000000"/>
                </a:solidFill>
                <a:latin typeface="Segoe UI Semibold"/>
                <a:cs typeface="Segoe UI" panose="020B0502040204020203" pitchFamily="34" charset="0"/>
              </a:endParaRPr>
            </a:p>
          </p:txBody>
        </p:sp>
        <p:sp>
          <p:nvSpPr>
            <p:cNvPr id="13" name="Rounded Rectangle 12">
              <a:extLst>
                <a:ext uri="{FF2B5EF4-FFF2-40B4-BE49-F238E27FC236}">
                  <a16:creationId xmlns:a16="http://schemas.microsoft.com/office/drawing/2014/main" id="{8DCC2967-169C-CE48-9558-EC6E1746937F}"/>
                </a:ext>
              </a:extLst>
            </p:cNvPr>
            <p:cNvSpPr/>
            <p:nvPr/>
          </p:nvSpPr>
          <p:spPr bwMode="auto">
            <a:xfrm>
              <a:off x="3984751" y="1849514"/>
              <a:ext cx="3774756" cy="3774046"/>
            </a:xfrm>
            <a:prstGeom prst="roundRect">
              <a:avLst>
                <a:gd name="adj" fmla="val 50000"/>
              </a:avLst>
            </a:prstGeom>
            <a:solidFill>
              <a:srgbClr val="0078D4"/>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kern="0" err="1">
                <a:solidFill>
                  <a:srgbClr val="000000"/>
                </a:solidFill>
                <a:latin typeface="Segoe UI Semibold"/>
                <a:cs typeface="Segoe UI" panose="020B0502040204020203" pitchFamily="34" charset="0"/>
              </a:endParaRPr>
            </a:p>
          </p:txBody>
        </p:sp>
        <p:sp>
          <p:nvSpPr>
            <p:cNvPr id="14" name="Rounded Rectangle 13">
              <a:extLst>
                <a:ext uri="{FF2B5EF4-FFF2-40B4-BE49-F238E27FC236}">
                  <a16:creationId xmlns:a16="http://schemas.microsoft.com/office/drawing/2014/main" id="{42ABC42A-352D-B447-8BEC-20A05C690FC8}"/>
                </a:ext>
              </a:extLst>
            </p:cNvPr>
            <p:cNvSpPr/>
            <p:nvPr/>
          </p:nvSpPr>
          <p:spPr bwMode="auto">
            <a:xfrm>
              <a:off x="695390" y="1849514"/>
              <a:ext cx="3774756" cy="3774046"/>
            </a:xfrm>
            <a:prstGeom prst="roundRect">
              <a:avLst>
                <a:gd name="adj" fmla="val 50000"/>
              </a:avLst>
            </a:prstGeom>
            <a:solidFill>
              <a:srgbClr val="1A9CE2"/>
            </a:solidFill>
            <a:ln w="9525" cap="flat">
              <a:solidFill>
                <a:schemeClr val="bg1"/>
              </a:solidFill>
              <a:prstDash val="solid"/>
              <a:miter/>
            </a:ln>
            <a:effectLst/>
          </p:spPr>
          <p:txBody>
            <a:bodyPr rtlCol="0" anchor="ctr">
              <a:scene3d>
                <a:camera prst="orthographicFront">
                  <a:rot lat="0" lon="0" rev="0"/>
                </a:camera>
                <a:lightRig rig="threePt" dir="t"/>
              </a:scene3d>
            </a:bodyPr>
            <a:lstStyle/>
            <a:p>
              <a:pPr algn="ctr" defTabSz="914049"/>
              <a:endParaRPr lang="en-US" sz="1000" err="1">
                <a:solidFill>
                  <a:srgbClr val="000000"/>
                </a:solidFill>
                <a:latin typeface="Segoe UI Semibold"/>
                <a:cs typeface="Segoe UI" panose="020B0502040204020203" pitchFamily="34" charset="0"/>
              </a:endParaRPr>
            </a:p>
          </p:txBody>
        </p:sp>
      </p:grpSp>
      <p:sp>
        <p:nvSpPr>
          <p:cNvPr id="15" name="Rectangle 14">
            <a:hlinkClick r:id="" action="ppaction://noaction"/>
            <a:extLst>
              <a:ext uri="{FF2B5EF4-FFF2-40B4-BE49-F238E27FC236}">
                <a16:creationId xmlns:a16="http://schemas.microsoft.com/office/drawing/2014/main" id="{7493B4A8-7264-854C-9A26-1F14C3F8240A}"/>
              </a:ext>
            </a:extLst>
          </p:cNvPr>
          <p:cNvSpPr/>
          <p:nvPr userDrawn="1"/>
        </p:nvSpPr>
        <p:spPr bwMode="auto">
          <a:xfrm>
            <a:off x="11360727" y="0"/>
            <a:ext cx="831273" cy="62049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268374642"/>
      </p:ext>
    </p:extLst>
  </p:cSld>
  <p:clrMap bg1="lt1" tx1="dk1" bg2="lt2" tx2="dk2" accent1="accent1" accent2="accent2" accent3="accent3" accent4="accent4" accent5="accent5" accent6="accent6" hlink="hlink" folHlink="folHlink"/>
  <p:sldLayoutIdLst>
    <p:sldLayoutId id="2147486255" r:id="rId1"/>
    <p:sldLayoutId id="2147486256" r:id="rId2"/>
    <p:sldLayoutId id="2147486257" r:id="rId3"/>
    <p:sldLayoutId id="2147486258" r:id="rId4"/>
    <p:sldLayoutId id="2147486259" r:id="rId5"/>
    <p:sldLayoutId id="2147486260" r:id="rId6"/>
    <p:sldLayoutId id="2147486261" r:id="rId7"/>
    <p:sldLayoutId id="2147486262" r:id="rId8"/>
    <p:sldLayoutId id="2147486263" r:id="rId9"/>
    <p:sldLayoutId id="2147486264" r:id="rId10"/>
    <p:sldLayoutId id="2147486265" r:id="rId11"/>
    <p:sldLayoutId id="2147486266" r:id="rId12"/>
    <p:sldLayoutId id="2147486267" r:id="rId13"/>
    <p:sldLayoutId id="2147486268" r:id="rId14"/>
    <p:sldLayoutId id="2147486269" r:id="rId15"/>
    <p:sldLayoutId id="2147486270" r:id="rId16"/>
    <p:sldLayoutId id="2147486271" r:id="rId17"/>
    <p:sldLayoutId id="2147486272" r:id="rId18"/>
    <p:sldLayoutId id="2147486273" r:id="rId19"/>
    <p:sldLayoutId id="2147486274" r:id="rId20"/>
    <p:sldLayoutId id="2147486275" r:id="rId21"/>
    <p:sldLayoutId id="2147486276" r:id="rId22"/>
    <p:sldLayoutId id="2147486277" r:id="rId23"/>
    <p:sldLayoutId id="2147486278" r:id="rId24"/>
    <p:sldLayoutId id="2147486279" r:id="rId25"/>
    <p:sldLayoutId id="2147486280" r:id="rId26"/>
    <p:sldLayoutId id="2147486281" r:id="rId27"/>
    <p:sldLayoutId id="2147486282" r:id="rId28"/>
    <p:sldLayoutId id="2147486283" r:id="rId29"/>
    <p:sldLayoutId id="2147486284" r:id="rId30"/>
    <p:sldLayoutId id="2147486285" r:id="rId31"/>
    <p:sldLayoutId id="2147486286" r:id="rId32"/>
    <p:sldLayoutId id="2147486287" r:id="rId33"/>
    <p:sldLayoutId id="2147486288" r:id="rId34"/>
    <p:sldLayoutId id="2147486289" r:id="rId35"/>
    <p:sldLayoutId id="2147486290" r:id="rId36"/>
    <p:sldLayoutId id="2147486291" r:id="rId37"/>
    <p:sldLayoutId id="2147486292" r:id="rId38"/>
    <p:sldLayoutId id="2147486293" r:id="rId39"/>
    <p:sldLayoutId id="2147486294" r:id="rId40"/>
    <p:sldLayoutId id="2147486295" r:id="rId41"/>
    <p:sldLayoutId id="2147486296" r:id="rId42"/>
    <p:sldLayoutId id="2147486297" r:id="rId43"/>
    <p:sldLayoutId id="2147486298" r:id="rId44"/>
    <p:sldLayoutId id="2147486299" r:id="rId45"/>
    <p:sldLayoutId id="2147486300" r:id="rId46"/>
    <p:sldLayoutId id="2147486301" r:id="rId47"/>
    <p:sldLayoutId id="2147486302" r:id="rId48"/>
    <p:sldLayoutId id="2147486303" r:id="rId49"/>
    <p:sldLayoutId id="2147486304" r:id="rId50"/>
    <p:sldLayoutId id="2147486305" r:id="rId51"/>
    <p:sldLayoutId id="2147486306" r:id="rId52"/>
    <p:sldLayoutId id="2147486307" r:id="rId53"/>
    <p:sldLayoutId id="2147486309" r:id="rId54"/>
    <p:sldLayoutId id="2147486310" r:id="rId55"/>
    <p:sldLayoutId id="2147486311" r:id="rId56"/>
    <p:sldLayoutId id="2147486312" r:id="rId57"/>
    <p:sldLayoutId id="2147486313" r:id="rId5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2626">
          <p15:clr>
            <a:srgbClr val="C35EA4"/>
          </p15:clr>
        </p15:guide>
        <p15:guide id="32" pos="2995">
          <p15:clr>
            <a:srgbClr val="5ACBF0"/>
          </p15:clr>
        </p15:guide>
        <p15:guide id="33" pos="2811">
          <p15:clr>
            <a:srgbClr val="A4A3A4"/>
          </p15:clr>
        </p15:guide>
        <p15:guide id="34" orient="horz" pos="374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51452"/>
      </p:ext>
    </p:extLst>
  </p:cSld>
  <p:clrMap bg1="lt1" tx1="dk1" bg2="lt2" tx2="dk2" accent1="accent1" accent2="accent2" accent3="accent3" accent4="accent4" accent5="accent5" accent6="accent6" hlink="hlink" folHlink="folHlink"/>
  <p:sldLayoutIdLst>
    <p:sldLayoutId id="2147486315" r:id="rId1"/>
    <p:sldLayoutId id="214748631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4.xml"/><Relationship Id="rId5" Type="http://schemas.openxmlformats.org/officeDocument/2006/relationships/image" Target="../media/image1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12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hyperlink" Target="https://www.linkedin.com/in/andrew-boerger/" TargetMode="External"/><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24.xml"/><Relationship Id="rId6" Type="http://schemas.openxmlformats.org/officeDocument/2006/relationships/image" Target="../media/image21.jpg"/><Relationship Id="rId5" Type="http://schemas.openxmlformats.org/officeDocument/2006/relationships/hyperlink" Target="https://aboerg.dev/Homepage" TargetMode="External"/><Relationship Id="rId4" Type="http://schemas.openxmlformats.org/officeDocument/2006/relationships/hyperlink" Target="https://www.reddit.com/user/aboerg/"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hyperlink" Target="https://learn.microsoft.com/api/credentials/share/en-us/AndrewBoerger-8839/80ED44BCD33DC3FB?sharingId=67C3FF3BCFD346F2" TargetMode="External"/><Relationship Id="rId2" Type="http://schemas.openxmlformats.org/officeDocument/2006/relationships/notesSlide" Target="../notesSlides/notesSlide3.xml"/><Relationship Id="rId1" Type="http://schemas.openxmlformats.org/officeDocument/2006/relationships/slideLayout" Target="../slideLayouts/slideLayout124.xml"/><Relationship Id="rId6" Type="http://schemas.openxmlformats.org/officeDocument/2006/relationships/hyperlink" Target="https://learn.microsoft.com/api/credentials/share/en-us/AndrewBoerger-8839/322304B1B4E24794?sharingId" TargetMode="External"/><Relationship Id="rId5" Type="http://schemas.openxmlformats.org/officeDocument/2006/relationships/hyperlink" Target="https://blog.fabric.microsoft.com/en-us/blog/announcing-the-winners-of-hacktogether-the-microsoft-fabric-global-ai-hack/" TargetMode="External"/><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24.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hyperlink" Target="https://steve-yegge.medium.com/welcome-to-gas-town-4f25ee16dd04" TargetMode="External"/><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hyperlink" Target="https://bbycroft.net/llm" TargetMode="External"/><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mattpocock/skills/blob/main/skills/productivity/grill-me/SKILL.md" TargetMode="External"/><Relationship Id="rId2" Type="http://schemas.openxmlformats.org/officeDocument/2006/relationships/hyperlink" Target="https://github.com/microsoft/hve-core" TargetMode="External"/><Relationship Id="rId1" Type="http://schemas.openxmlformats.org/officeDocument/2006/relationships/slideLayout" Target="../slideLayouts/slideLayout18.xml"/><Relationship Id="rId4" Type="http://schemas.openxmlformats.org/officeDocument/2006/relationships/hyperlink" Target="https://github.com/microsoft/skills-for-fabric"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B2A"/>
        </a:solidFill>
        <a:effectLst/>
      </p:bgPr>
    </p:bg>
    <p:spTree>
      <p:nvGrpSpPr>
        <p:cNvPr id="1" name=""/>
        <p:cNvGrpSpPr/>
        <p:nvPr/>
      </p:nvGrpSpPr>
      <p:grpSpPr>
        <a:xfrm>
          <a:off x="0" y="0"/>
          <a:ext cx="0" cy="0"/>
          <a:chOff x="0" y="0"/>
          <a:chExt cx="0" cy="0"/>
        </a:xfrm>
      </p:grpSpPr>
      <p:sp>
        <p:nvSpPr>
          <p:cNvPr id="2" name="Shape 0"/>
          <p:cNvSpPr/>
          <p:nvPr/>
        </p:nvSpPr>
        <p:spPr>
          <a:xfrm>
            <a:off x="10058400" y="640080"/>
            <a:ext cx="384048" cy="384048"/>
          </a:xfrm>
          <a:prstGeom prst="ellipse">
            <a:avLst/>
          </a:prstGeom>
          <a:solidFill>
            <a:srgbClr val="B07A3C">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698480" y="640080"/>
            <a:ext cx="384048" cy="384048"/>
          </a:xfrm>
          <a:prstGeom prst="ellipse">
            <a:avLst/>
          </a:prstGeom>
          <a:solidFill>
            <a:srgbClr val="94A2AE">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1338560" y="640080"/>
            <a:ext cx="384048" cy="384048"/>
          </a:xfrm>
          <a:prstGeom prst="ellipse">
            <a:avLst/>
          </a:prstGeom>
          <a:solidFill>
            <a:srgbClr val="D6A21B">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280160" y="4663440"/>
            <a:ext cx="3840480" cy="3840480"/>
          </a:xfrm>
          <a:prstGeom prst="ellipse">
            <a:avLst/>
          </a:prstGeom>
          <a:solidFill>
            <a:srgbClr val="12B5A6">
              <a:alpha val="14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0424160" y="-1554480"/>
            <a:ext cx="3291840" cy="3291840"/>
          </a:xfrm>
          <a:prstGeom prst="ellipse">
            <a:avLst/>
          </a:prstGeom>
          <a:solidFill>
            <a:srgbClr val="12B5A6">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822960" y="3017520"/>
            <a:ext cx="10515600" cy="1828800"/>
          </a:xfrm>
          <a:prstGeom prst="rect">
            <a:avLst/>
          </a:prstGeom>
          <a:noFill/>
          <a:ln/>
        </p:spPr>
        <p:txBody>
          <a:bodyPr wrap="square" lIns="0" tIns="0" rIns="0" bIns="0" rtlCol="0" anchor="ctr"/>
          <a:lstStyle/>
          <a:p>
            <a:pPr marL="0" marR="0" lvl="0" indent="0" algn="l" defTabSz="914400" rtl="0" eaLnBrk="1" fontAlgn="auto" latinLnBrk="0" hangingPunct="1">
              <a:lnSpc>
                <a:spcPts val="6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Practical AI for Power BI Developers</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868680" y="5074920"/>
            <a:ext cx="10515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868680" y="617220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8DA2B2"/>
                </a:solidFill>
                <a:effectLst/>
                <a:uLnTx/>
                <a:uFillTx/>
                <a:latin typeface="Calibri" pitchFamily="34" charset="0"/>
                <a:ea typeface="Calibri" pitchFamily="34" charset="-122"/>
                <a:cs typeface="Calibri" pitchFamily="34" charset="-120"/>
              </a:rPr>
              <a:t>Andrew Boerger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CACD52E5-BC2F-D100-9A2E-85EC5F2407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8208" y="4562250"/>
            <a:ext cx="4925112" cy="1609950"/>
          </a:xfrm>
          <a:prstGeom prst="rect">
            <a:avLst/>
          </a:prstGeom>
        </p:spPr>
      </p:pic>
      <p:pic>
        <p:nvPicPr>
          <p:cNvPr id="8" name="Picture 7" descr="File:New Power BI Logo.svg - Wikimedia Commons">
            <a:extLst>
              <a:ext uri="{FF2B5EF4-FFF2-40B4-BE49-F238E27FC236}">
                <a16:creationId xmlns:a16="http://schemas.microsoft.com/office/drawing/2014/main" id="{5D9087FC-601E-8335-1A16-48E3AC672C0E}"/>
              </a:ext>
            </a:extLst>
          </p:cNvPr>
          <p:cNvPicPr>
            <a:picLocks noChangeAspect="1"/>
          </p:cNvPicPr>
          <p:nvPr/>
        </p:nvPicPr>
        <p:blipFill>
          <a:blip r:embed="rId4"/>
          <a:stretch>
            <a:fillRect/>
          </a:stretch>
        </p:blipFill>
        <p:spPr>
          <a:xfrm>
            <a:off x="1418726" y="1166563"/>
            <a:ext cx="1141594" cy="1141594"/>
          </a:xfrm>
          <a:prstGeom prst="rect">
            <a:avLst/>
          </a:prstGeom>
        </p:spPr>
      </p:pic>
      <p:pic>
        <p:nvPicPr>
          <p:cNvPr id="9" name="Picture 8" descr="GitHub Copilot for VSCode Might Make Coding Easier - Podfeet ...">
            <a:extLst>
              <a:ext uri="{FF2B5EF4-FFF2-40B4-BE49-F238E27FC236}">
                <a16:creationId xmlns:a16="http://schemas.microsoft.com/office/drawing/2014/main" id="{986DCB60-5648-975E-8C79-D401ADC4D097}"/>
              </a:ext>
            </a:extLst>
          </p:cNvPr>
          <p:cNvPicPr>
            <a:picLocks noChangeAspect="1"/>
          </p:cNvPicPr>
          <p:nvPr/>
        </p:nvPicPr>
        <p:blipFill>
          <a:blip r:embed="rId5"/>
          <a:stretch>
            <a:fillRect/>
          </a:stretch>
        </p:blipFill>
        <p:spPr>
          <a:xfrm>
            <a:off x="2717336" y="1166563"/>
            <a:ext cx="1826551" cy="11415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0065-18BD-E78B-03DD-3B36C9B852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098460-3520-1FC5-6278-6C2A7EBBA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952" y="80738"/>
            <a:ext cx="4925112" cy="1609950"/>
          </a:xfrm>
          <a:prstGeom prst="rect">
            <a:avLst/>
          </a:prstGeom>
        </p:spPr>
      </p:pic>
      <p:pic>
        <p:nvPicPr>
          <p:cNvPr id="5" name="Picture 4">
            <a:extLst>
              <a:ext uri="{FF2B5EF4-FFF2-40B4-BE49-F238E27FC236}">
                <a16:creationId xmlns:a16="http://schemas.microsoft.com/office/drawing/2014/main" id="{DA0CD316-D29D-42A6-5453-FB92281C3F8F}"/>
              </a:ext>
            </a:extLst>
          </p:cNvPr>
          <p:cNvPicPr>
            <a:picLocks noChangeAspect="1"/>
          </p:cNvPicPr>
          <p:nvPr/>
        </p:nvPicPr>
        <p:blipFill>
          <a:blip r:embed="rId3"/>
          <a:stretch>
            <a:fillRect/>
          </a:stretch>
        </p:blipFill>
        <p:spPr>
          <a:xfrm>
            <a:off x="670735" y="2331720"/>
            <a:ext cx="2281247" cy="1097280"/>
          </a:xfrm>
          <a:prstGeom prst="rect">
            <a:avLst/>
          </a:prstGeom>
        </p:spPr>
      </p:pic>
      <p:pic>
        <p:nvPicPr>
          <p:cNvPr id="9" name="Picture 8">
            <a:extLst>
              <a:ext uri="{FF2B5EF4-FFF2-40B4-BE49-F238E27FC236}">
                <a16:creationId xmlns:a16="http://schemas.microsoft.com/office/drawing/2014/main" id="{3FD114AF-98BA-234D-E4C2-37712E22B51F}"/>
              </a:ext>
            </a:extLst>
          </p:cNvPr>
          <p:cNvPicPr>
            <a:picLocks noChangeAspect="1"/>
          </p:cNvPicPr>
          <p:nvPr/>
        </p:nvPicPr>
        <p:blipFill>
          <a:blip r:embed="rId4"/>
          <a:stretch>
            <a:fillRect/>
          </a:stretch>
        </p:blipFill>
        <p:spPr>
          <a:xfrm>
            <a:off x="3722270" y="2465112"/>
            <a:ext cx="3025588" cy="1097280"/>
          </a:xfrm>
          <a:prstGeom prst="rect">
            <a:avLst/>
          </a:prstGeom>
        </p:spPr>
      </p:pic>
      <p:pic>
        <p:nvPicPr>
          <p:cNvPr id="13" name="Picture 12">
            <a:extLst>
              <a:ext uri="{FF2B5EF4-FFF2-40B4-BE49-F238E27FC236}">
                <a16:creationId xmlns:a16="http://schemas.microsoft.com/office/drawing/2014/main" id="{73EA9319-72A0-595C-C3AD-AD13B3210F23}"/>
              </a:ext>
            </a:extLst>
          </p:cNvPr>
          <p:cNvPicPr>
            <a:picLocks noChangeAspect="1"/>
          </p:cNvPicPr>
          <p:nvPr/>
        </p:nvPicPr>
        <p:blipFill>
          <a:blip r:embed="rId5"/>
          <a:stretch>
            <a:fillRect/>
          </a:stretch>
        </p:blipFill>
        <p:spPr>
          <a:xfrm>
            <a:off x="7518146" y="2693712"/>
            <a:ext cx="3905573" cy="640080"/>
          </a:xfrm>
          <a:prstGeom prst="rect">
            <a:avLst/>
          </a:prstGeom>
        </p:spPr>
      </p:pic>
      <p:pic>
        <p:nvPicPr>
          <p:cNvPr id="14" name="Picture 13">
            <a:extLst>
              <a:ext uri="{FF2B5EF4-FFF2-40B4-BE49-F238E27FC236}">
                <a16:creationId xmlns:a16="http://schemas.microsoft.com/office/drawing/2014/main" id="{BB8059E9-2C10-8918-95C6-34DABA72BE2C}"/>
              </a:ext>
            </a:extLst>
          </p:cNvPr>
          <p:cNvPicPr>
            <a:picLocks noChangeAspect="1"/>
          </p:cNvPicPr>
          <p:nvPr/>
        </p:nvPicPr>
        <p:blipFill>
          <a:blip r:embed="rId6"/>
          <a:stretch>
            <a:fillRect/>
          </a:stretch>
        </p:blipFill>
        <p:spPr>
          <a:xfrm>
            <a:off x="450731" y="4494649"/>
            <a:ext cx="2721254" cy="1097280"/>
          </a:xfrm>
          <a:prstGeom prst="rect">
            <a:avLst/>
          </a:prstGeom>
        </p:spPr>
      </p:pic>
      <p:pic>
        <p:nvPicPr>
          <p:cNvPr id="15" name="Picture 14">
            <a:extLst>
              <a:ext uri="{FF2B5EF4-FFF2-40B4-BE49-F238E27FC236}">
                <a16:creationId xmlns:a16="http://schemas.microsoft.com/office/drawing/2014/main" id="{0F066E86-BCB3-EF93-E006-CBAD679E4014}"/>
              </a:ext>
            </a:extLst>
          </p:cNvPr>
          <p:cNvPicPr>
            <a:picLocks noChangeAspect="1"/>
          </p:cNvPicPr>
          <p:nvPr/>
        </p:nvPicPr>
        <p:blipFill>
          <a:blip r:embed="rId7"/>
          <a:stretch>
            <a:fillRect/>
          </a:stretch>
        </p:blipFill>
        <p:spPr>
          <a:xfrm>
            <a:off x="4015861" y="4397969"/>
            <a:ext cx="2438405" cy="1133858"/>
          </a:xfrm>
          <a:prstGeom prst="rect">
            <a:avLst/>
          </a:prstGeom>
        </p:spPr>
      </p:pic>
      <p:pic>
        <p:nvPicPr>
          <p:cNvPr id="16" name="Picture 15">
            <a:extLst>
              <a:ext uri="{FF2B5EF4-FFF2-40B4-BE49-F238E27FC236}">
                <a16:creationId xmlns:a16="http://schemas.microsoft.com/office/drawing/2014/main" id="{30134BE2-CE0C-DB90-48E8-1689CA1EFF61}"/>
              </a:ext>
            </a:extLst>
          </p:cNvPr>
          <p:cNvPicPr>
            <a:picLocks noChangeAspect="1"/>
          </p:cNvPicPr>
          <p:nvPr/>
        </p:nvPicPr>
        <p:blipFill>
          <a:blip r:embed="rId8"/>
          <a:stretch>
            <a:fillRect/>
          </a:stretch>
        </p:blipFill>
        <p:spPr>
          <a:xfrm>
            <a:off x="7449626" y="4723249"/>
            <a:ext cx="4042611" cy="640080"/>
          </a:xfrm>
          <a:prstGeom prst="rect">
            <a:avLst/>
          </a:prstGeom>
        </p:spPr>
      </p:pic>
    </p:spTree>
    <p:extLst>
      <p:ext uri="{BB962C8B-B14F-4D97-AF65-F5344CB8AC3E}">
        <p14:creationId xmlns:p14="http://schemas.microsoft.com/office/powerpoint/2010/main" val="1950554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B2A"/>
        </a:solidFill>
        <a:effectLst/>
      </p:bgPr>
    </p:bg>
    <p:spTree>
      <p:nvGrpSpPr>
        <p:cNvPr id="1" name="">
          <a:extLst>
            <a:ext uri="{FF2B5EF4-FFF2-40B4-BE49-F238E27FC236}">
              <a16:creationId xmlns:a16="http://schemas.microsoft.com/office/drawing/2014/main" id="{4452E34E-A17C-53E5-2AB0-F45D2BA25B2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88CD0F-071E-CA79-8A13-59BA46634478}"/>
              </a:ext>
            </a:extLst>
          </p:cNvPr>
          <p:cNvSpPr/>
          <p:nvPr/>
        </p:nvSpPr>
        <p:spPr>
          <a:xfrm>
            <a:off x="10058400" y="640080"/>
            <a:ext cx="384048" cy="384048"/>
          </a:xfrm>
          <a:prstGeom prst="ellipse">
            <a:avLst/>
          </a:prstGeom>
          <a:solidFill>
            <a:srgbClr val="B07A3C">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60C83654-1461-30B9-1ADE-AC03524C2999}"/>
              </a:ext>
            </a:extLst>
          </p:cNvPr>
          <p:cNvSpPr/>
          <p:nvPr/>
        </p:nvSpPr>
        <p:spPr>
          <a:xfrm>
            <a:off x="10698480" y="640080"/>
            <a:ext cx="384048" cy="384048"/>
          </a:xfrm>
          <a:prstGeom prst="ellipse">
            <a:avLst/>
          </a:prstGeom>
          <a:solidFill>
            <a:srgbClr val="94A2AE">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8098701-5E9C-138A-B21E-A64C2D672B84}"/>
              </a:ext>
            </a:extLst>
          </p:cNvPr>
          <p:cNvSpPr/>
          <p:nvPr/>
        </p:nvSpPr>
        <p:spPr>
          <a:xfrm>
            <a:off x="11338560" y="640080"/>
            <a:ext cx="384048" cy="384048"/>
          </a:xfrm>
          <a:prstGeom prst="ellipse">
            <a:avLst/>
          </a:prstGeom>
          <a:solidFill>
            <a:srgbClr val="D6A21B">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98918DB8-BB62-2DF5-BC19-32213B44E7EA}"/>
              </a:ext>
            </a:extLst>
          </p:cNvPr>
          <p:cNvSpPr/>
          <p:nvPr/>
        </p:nvSpPr>
        <p:spPr>
          <a:xfrm>
            <a:off x="-1280160" y="4663440"/>
            <a:ext cx="3840480" cy="3840480"/>
          </a:xfrm>
          <a:prstGeom prst="ellipse">
            <a:avLst/>
          </a:prstGeom>
          <a:solidFill>
            <a:srgbClr val="12B5A6">
              <a:alpha val="14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itle 4">
            <a:extLst>
              <a:ext uri="{FF2B5EF4-FFF2-40B4-BE49-F238E27FC236}">
                <a16:creationId xmlns:a16="http://schemas.microsoft.com/office/drawing/2014/main" id="{7D7E7EB7-F5DF-0A41-5EB9-DD98EFF60C7C}"/>
              </a:ext>
            </a:extLst>
          </p:cNvPr>
          <p:cNvSpPr txBox="1">
            <a:spLocks/>
          </p:cNvSpPr>
          <p:nvPr/>
        </p:nvSpPr>
        <p:spPr>
          <a:xfrm>
            <a:off x="1109471" y="408424"/>
            <a:ext cx="10499915" cy="461665"/>
          </a:xfrm>
          <a:prstGeom prst="rect">
            <a:avLst/>
          </a:prstGeom>
          <a:noFill/>
          <a:ln/>
        </p:spPr>
        <p:txBody>
          <a:bodyPr wrap="square" lIns="0" tIns="0" rIns="0" bIns="0" rtlCol="0" anchor="ctr"/>
          <a:lstStyle>
            <a:lvl1pPr indent="0">
              <a:buNone/>
              <a:defRPr sz="3000" b="1">
                <a:solidFill>
                  <a:srgbClr val="16293B"/>
                </a:solidFill>
                <a:latin typeface="Calibri" pitchFamily="34" charset="0"/>
                <a:ea typeface="Calibri" pitchFamily="34" charset="-122"/>
                <a:cs typeface="Calibri" pitchFamily="34" charset="-12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Bio</a:t>
            </a:r>
          </a:p>
        </p:txBody>
      </p:sp>
      <p:grpSp>
        <p:nvGrpSpPr>
          <p:cNvPr id="13" name="Group 12">
            <a:extLst>
              <a:ext uri="{FF2B5EF4-FFF2-40B4-BE49-F238E27FC236}">
                <a16:creationId xmlns:a16="http://schemas.microsoft.com/office/drawing/2014/main" id="{E8678404-1DE9-9369-EECE-D26B7D71DF73}"/>
              </a:ext>
            </a:extLst>
          </p:cNvPr>
          <p:cNvGrpSpPr/>
          <p:nvPr/>
        </p:nvGrpSpPr>
        <p:grpSpPr>
          <a:xfrm>
            <a:off x="647928" y="2277551"/>
            <a:ext cx="4279672" cy="2178379"/>
            <a:chOff x="647928" y="1978714"/>
            <a:chExt cx="4279672" cy="2178379"/>
          </a:xfrm>
        </p:grpSpPr>
        <p:cxnSp>
          <p:nvCxnSpPr>
            <p:cNvPr id="14" name="Straight Connector 13">
              <a:extLst>
                <a:ext uri="{FF2B5EF4-FFF2-40B4-BE49-F238E27FC236}">
                  <a16:creationId xmlns:a16="http://schemas.microsoft.com/office/drawing/2014/main" id="{804855EF-30B9-09A4-B9C9-EE2D69D56B8D}"/>
                </a:ext>
              </a:extLst>
            </p:cNvPr>
            <p:cNvCxnSpPr>
              <a:cxnSpLocks/>
            </p:cNvCxnSpPr>
            <p:nvPr/>
          </p:nvCxnSpPr>
          <p:spPr>
            <a:xfrm>
              <a:off x="647929" y="2586044"/>
              <a:ext cx="4279671" cy="0"/>
            </a:xfrm>
            <a:prstGeom prst="line">
              <a:avLst/>
            </a:prstGeom>
            <a:noFill/>
            <a:ln w="9525" cap="flat" cmpd="sng" algn="ctr">
              <a:solidFill>
                <a:srgbClr val="FFFFFF">
                  <a:lumMod val="85000"/>
                </a:srgbClr>
              </a:solidFill>
              <a:prstDash val="solid"/>
              <a:headEnd type="none" w="lg" len="med"/>
              <a:tailEnd type="none" w="lg" len="med"/>
            </a:ln>
            <a:effectLst/>
          </p:spPr>
        </p:cxnSp>
        <p:cxnSp>
          <p:nvCxnSpPr>
            <p:cNvPr id="15" name="Straight Connector 14">
              <a:extLst>
                <a:ext uri="{FF2B5EF4-FFF2-40B4-BE49-F238E27FC236}">
                  <a16:creationId xmlns:a16="http://schemas.microsoft.com/office/drawing/2014/main" id="{04962E3D-1013-A28B-8D54-B72FD0EB8528}"/>
                </a:ext>
              </a:extLst>
            </p:cNvPr>
            <p:cNvCxnSpPr>
              <a:cxnSpLocks/>
            </p:cNvCxnSpPr>
            <p:nvPr/>
          </p:nvCxnSpPr>
          <p:spPr>
            <a:xfrm>
              <a:off x="647929" y="3581344"/>
              <a:ext cx="4279671" cy="0"/>
            </a:xfrm>
            <a:prstGeom prst="line">
              <a:avLst/>
            </a:prstGeom>
            <a:noFill/>
            <a:ln w="9525" cap="flat" cmpd="sng" algn="ctr">
              <a:solidFill>
                <a:srgbClr val="FFFFFF">
                  <a:lumMod val="85000"/>
                </a:srgbClr>
              </a:solidFill>
              <a:prstDash val="solid"/>
              <a:headEnd type="none" w="lg" len="med"/>
              <a:tailEnd type="none" w="lg" len="med"/>
            </a:ln>
            <a:effectLst/>
          </p:spPr>
        </p:cxnSp>
        <p:sp>
          <p:nvSpPr>
            <p:cNvPr id="16" name="TextBox 15">
              <a:extLst>
                <a:ext uri="{FF2B5EF4-FFF2-40B4-BE49-F238E27FC236}">
                  <a16:creationId xmlns:a16="http://schemas.microsoft.com/office/drawing/2014/main" id="{2CC756F9-D315-5A11-7B45-C87D627F69FA}"/>
                </a:ext>
              </a:extLst>
            </p:cNvPr>
            <p:cNvSpPr txBox="1"/>
            <p:nvPr/>
          </p:nvSpPr>
          <p:spPr>
            <a:xfrm>
              <a:off x="647928" y="1978714"/>
              <a:ext cx="30120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Andrew Boerger</a:t>
              </a:r>
            </a:p>
          </p:txBody>
        </p:sp>
        <p:sp>
          <p:nvSpPr>
            <p:cNvPr id="17" name="TextBox 16">
              <a:extLst>
                <a:ext uri="{FF2B5EF4-FFF2-40B4-BE49-F238E27FC236}">
                  <a16:creationId xmlns:a16="http://schemas.microsoft.com/office/drawing/2014/main" id="{0BAD999C-0F9C-A999-E2B7-1D5F123E923B}"/>
                </a:ext>
              </a:extLst>
            </p:cNvPr>
            <p:cNvSpPr txBox="1"/>
            <p:nvPr/>
          </p:nvSpPr>
          <p:spPr>
            <a:xfrm>
              <a:off x="647929" y="2763332"/>
              <a:ext cx="3880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Analytics Manager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AGC Automotive North America</a:t>
              </a:r>
            </a:p>
          </p:txBody>
        </p:sp>
        <p:sp>
          <p:nvSpPr>
            <p:cNvPr id="18" name="TextBox 17">
              <a:extLst>
                <a:ext uri="{FF2B5EF4-FFF2-40B4-BE49-F238E27FC236}">
                  <a16:creationId xmlns:a16="http://schemas.microsoft.com/office/drawing/2014/main" id="{9E45EF95-CE0C-5D25-E1E2-187C6ABA3BA6}"/>
                </a:ext>
              </a:extLst>
            </p:cNvPr>
            <p:cNvSpPr txBox="1"/>
            <p:nvPr/>
          </p:nvSpPr>
          <p:spPr>
            <a:xfrm>
              <a:off x="647929" y="3756983"/>
              <a:ext cx="4025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Live &amp; work in Bellefontaine, Ohio</a:t>
              </a:r>
            </a:p>
          </p:txBody>
        </p:sp>
      </p:grpSp>
      <p:sp>
        <p:nvSpPr>
          <p:cNvPr id="19" name="TextBox 18">
            <a:extLst>
              <a:ext uri="{FF2B5EF4-FFF2-40B4-BE49-F238E27FC236}">
                <a16:creationId xmlns:a16="http://schemas.microsoft.com/office/drawing/2014/main" id="{CCE396E7-049F-4F23-BA3E-200FE16FBDA2}"/>
              </a:ext>
            </a:extLst>
          </p:cNvPr>
          <p:cNvSpPr txBox="1"/>
          <p:nvPr/>
        </p:nvSpPr>
        <p:spPr>
          <a:xfrm>
            <a:off x="647928" y="4803304"/>
            <a:ext cx="4025671" cy="400110"/>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2000" b="0" i="0" u="none" strike="noStrike" kern="0" cap="none" spc="0" normalizeH="0" baseline="0">
                <a:ln>
                  <a:noFill/>
                </a:ln>
                <a:solidFill>
                  <a:srgbClr val="000000"/>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hlinkClick r:id="rId3">
                  <a:extLst>
                    <a:ext uri="{A12FA001-AC4F-418D-AE19-62706E023703}">
                      <ahyp:hlinkClr xmlns:ahyp="http://schemas.microsoft.com/office/drawing/2018/hyperlinkcolor" val="tx"/>
                    </a:ext>
                  </a:extLst>
                </a:hlinkClick>
              </a:rPr>
              <a:t>LinkedIn</a:t>
            </a: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rPr>
              <a:t> | </a:t>
            </a: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hlinkClick r:id="rId4">
                  <a:extLst>
                    <a:ext uri="{A12FA001-AC4F-418D-AE19-62706E023703}">
                      <ahyp:hlinkClr xmlns:ahyp="http://schemas.microsoft.com/office/drawing/2018/hyperlinkcolor" val="tx"/>
                    </a:ext>
                  </a:extLst>
                </a:hlinkClick>
              </a:rPr>
              <a:t>Reddit</a:t>
            </a: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rPr>
              <a:t> | </a:t>
            </a: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hlinkClick r:id="rId5">
                  <a:extLst>
                    <a:ext uri="{A12FA001-AC4F-418D-AE19-62706E023703}">
                      <ahyp:hlinkClr xmlns:ahyp="http://schemas.microsoft.com/office/drawing/2018/hyperlinkcolor" val="tx"/>
                    </a:ext>
                  </a:extLst>
                </a:hlinkClick>
              </a:rPr>
              <a:t>aboerg.dev</a:t>
            </a:r>
            <a:endPar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endParaRPr>
          </a:p>
        </p:txBody>
      </p:sp>
      <p:cxnSp>
        <p:nvCxnSpPr>
          <p:cNvPr id="20" name="Straight Connector 19">
            <a:extLst>
              <a:ext uri="{FF2B5EF4-FFF2-40B4-BE49-F238E27FC236}">
                <a16:creationId xmlns:a16="http://schemas.microsoft.com/office/drawing/2014/main" id="{511D7338-E179-E008-605D-48A28E62C59B}"/>
              </a:ext>
            </a:extLst>
          </p:cNvPr>
          <p:cNvCxnSpPr>
            <a:cxnSpLocks/>
          </p:cNvCxnSpPr>
          <p:nvPr/>
        </p:nvCxnSpPr>
        <p:spPr>
          <a:xfrm>
            <a:off x="647929" y="4627666"/>
            <a:ext cx="4279671" cy="0"/>
          </a:xfrm>
          <a:prstGeom prst="line">
            <a:avLst/>
          </a:prstGeom>
          <a:noFill/>
          <a:ln w="9525" cap="flat" cmpd="sng" algn="ctr">
            <a:solidFill>
              <a:srgbClr val="FFFFFF">
                <a:lumMod val="85000"/>
              </a:srgbClr>
            </a:solidFill>
            <a:prstDash val="solid"/>
            <a:headEnd type="none" w="lg" len="med"/>
            <a:tailEnd type="none" w="lg" len="med"/>
          </a:ln>
          <a:effectLst/>
        </p:spPr>
      </p:cxnSp>
      <p:sp>
        <p:nvSpPr>
          <p:cNvPr id="23" name="Shape 4">
            <a:extLst>
              <a:ext uri="{FF2B5EF4-FFF2-40B4-BE49-F238E27FC236}">
                <a16:creationId xmlns:a16="http://schemas.microsoft.com/office/drawing/2014/main" id="{A82C70C8-936A-F93F-06CB-8CF2C386CB34}"/>
              </a:ext>
            </a:extLst>
          </p:cNvPr>
          <p:cNvSpPr/>
          <p:nvPr/>
        </p:nvSpPr>
        <p:spPr>
          <a:xfrm>
            <a:off x="10424160" y="-1554480"/>
            <a:ext cx="3291840" cy="3291840"/>
          </a:xfrm>
          <a:prstGeom prst="ellipse">
            <a:avLst/>
          </a:prstGeom>
          <a:solidFill>
            <a:srgbClr val="12B5A6">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Picture 24" descr="A person in a black jacket  AI-generated content may be incorrect.">
            <a:extLst>
              <a:ext uri="{FF2B5EF4-FFF2-40B4-BE49-F238E27FC236}">
                <a16:creationId xmlns:a16="http://schemas.microsoft.com/office/drawing/2014/main" id="{2F19AE29-5AD2-29BF-1493-38B209269055}"/>
              </a:ext>
            </a:extLst>
          </p:cNvPr>
          <p:cNvPicPr>
            <a:picLocks noChangeAspect="1"/>
          </p:cNvPicPr>
          <p:nvPr/>
        </p:nvPicPr>
        <p:blipFill>
          <a:blip r:embed="rId6"/>
          <a:stretch>
            <a:fillRect/>
          </a:stretch>
        </p:blipFill>
        <p:spPr>
          <a:xfrm>
            <a:off x="7122525" y="478118"/>
            <a:ext cx="2584051" cy="2584051"/>
          </a:xfrm>
          <a:prstGeom prst="flowChartConnector">
            <a:avLst/>
          </a:prstGeom>
          <a:ln>
            <a:solidFill>
              <a:schemeClr val="bg1"/>
            </a:solidFill>
          </a:ln>
        </p:spPr>
      </p:pic>
      <p:pic>
        <p:nvPicPr>
          <p:cNvPr id="26" name="Picture 25" descr="A qr code with a white background  AI-generated content may be incorrect.">
            <a:extLst>
              <a:ext uri="{FF2B5EF4-FFF2-40B4-BE49-F238E27FC236}">
                <a16:creationId xmlns:a16="http://schemas.microsoft.com/office/drawing/2014/main" id="{7AB46266-DBCB-9A70-0D5F-1808D2E56963}"/>
              </a:ext>
            </a:extLst>
          </p:cNvPr>
          <p:cNvPicPr>
            <a:picLocks noChangeAspect="1"/>
          </p:cNvPicPr>
          <p:nvPr/>
        </p:nvPicPr>
        <p:blipFill>
          <a:blip r:embed="rId7"/>
          <a:stretch>
            <a:fillRect/>
          </a:stretch>
        </p:blipFill>
        <p:spPr>
          <a:xfrm>
            <a:off x="6865886" y="3337809"/>
            <a:ext cx="3092258" cy="3092258"/>
          </a:xfrm>
          <a:prstGeom prst="rect">
            <a:avLst/>
          </a:prstGeom>
        </p:spPr>
      </p:pic>
    </p:spTree>
    <p:extLst>
      <p:ext uri="{BB962C8B-B14F-4D97-AF65-F5344CB8AC3E}">
        <p14:creationId xmlns:p14="http://schemas.microsoft.com/office/powerpoint/2010/main" val="3698337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B2A"/>
        </a:solidFill>
        <a:effectLst/>
      </p:bgPr>
    </p:bg>
    <p:spTree>
      <p:nvGrpSpPr>
        <p:cNvPr id="1" name="">
          <a:extLst>
            <a:ext uri="{FF2B5EF4-FFF2-40B4-BE49-F238E27FC236}">
              <a16:creationId xmlns:a16="http://schemas.microsoft.com/office/drawing/2014/main" id="{F9951454-6FFF-8DE1-9BB9-E090FC23E5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0A53EA-8BC2-F357-66BE-1DABD4DDBB30}"/>
              </a:ext>
            </a:extLst>
          </p:cNvPr>
          <p:cNvSpPr/>
          <p:nvPr/>
        </p:nvSpPr>
        <p:spPr>
          <a:xfrm>
            <a:off x="10058400" y="640080"/>
            <a:ext cx="384048" cy="384048"/>
          </a:xfrm>
          <a:prstGeom prst="ellipse">
            <a:avLst/>
          </a:prstGeom>
          <a:solidFill>
            <a:srgbClr val="B07A3C">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D4958715-BE78-738A-91BA-08554F9125C2}"/>
              </a:ext>
            </a:extLst>
          </p:cNvPr>
          <p:cNvSpPr/>
          <p:nvPr/>
        </p:nvSpPr>
        <p:spPr>
          <a:xfrm>
            <a:off x="10698480" y="640080"/>
            <a:ext cx="384048" cy="384048"/>
          </a:xfrm>
          <a:prstGeom prst="ellipse">
            <a:avLst/>
          </a:prstGeom>
          <a:solidFill>
            <a:srgbClr val="94A2AE">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A0F124D5-AE5A-9AAB-835A-030ECDC85735}"/>
              </a:ext>
            </a:extLst>
          </p:cNvPr>
          <p:cNvSpPr/>
          <p:nvPr/>
        </p:nvSpPr>
        <p:spPr>
          <a:xfrm>
            <a:off x="11338560" y="640080"/>
            <a:ext cx="384048" cy="384048"/>
          </a:xfrm>
          <a:prstGeom prst="ellipse">
            <a:avLst/>
          </a:prstGeom>
          <a:solidFill>
            <a:srgbClr val="D6A21B">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AC58CD29-0B19-D76D-7E1B-17A082F5867C}"/>
              </a:ext>
            </a:extLst>
          </p:cNvPr>
          <p:cNvSpPr/>
          <p:nvPr/>
        </p:nvSpPr>
        <p:spPr>
          <a:xfrm>
            <a:off x="-1280160" y="4663440"/>
            <a:ext cx="3840480" cy="3840480"/>
          </a:xfrm>
          <a:prstGeom prst="ellipse">
            <a:avLst/>
          </a:prstGeom>
          <a:solidFill>
            <a:srgbClr val="12B5A6">
              <a:alpha val="14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2CB3A4EF-0865-4DF7-A370-B0CA54534105}"/>
              </a:ext>
            </a:extLst>
          </p:cNvPr>
          <p:cNvSpPr/>
          <p:nvPr/>
        </p:nvSpPr>
        <p:spPr>
          <a:xfrm>
            <a:off x="10424160" y="-1554480"/>
            <a:ext cx="3291840" cy="3291840"/>
          </a:xfrm>
          <a:prstGeom prst="ellipse">
            <a:avLst/>
          </a:prstGeom>
          <a:solidFill>
            <a:srgbClr val="12B5A6">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Picture 12" descr="A person in a black jacket  AI-generated content may be incorrect.">
            <a:extLst>
              <a:ext uri="{FF2B5EF4-FFF2-40B4-BE49-F238E27FC236}">
                <a16:creationId xmlns:a16="http://schemas.microsoft.com/office/drawing/2014/main" id="{B0B9BEB8-FEE6-E22B-D075-02FC22CFCC76}"/>
              </a:ext>
            </a:extLst>
          </p:cNvPr>
          <p:cNvPicPr>
            <a:picLocks noChangeAspect="1"/>
          </p:cNvPicPr>
          <p:nvPr/>
        </p:nvPicPr>
        <p:blipFill>
          <a:blip r:embed="rId3"/>
          <a:stretch>
            <a:fillRect/>
          </a:stretch>
        </p:blipFill>
        <p:spPr>
          <a:xfrm>
            <a:off x="7122525" y="478118"/>
            <a:ext cx="2584051" cy="2584051"/>
          </a:xfrm>
          <a:prstGeom prst="flowChartConnector">
            <a:avLst/>
          </a:prstGeom>
          <a:ln>
            <a:solidFill>
              <a:schemeClr val="bg1"/>
            </a:solidFill>
          </a:ln>
        </p:spPr>
      </p:pic>
      <p:pic>
        <p:nvPicPr>
          <p:cNvPr id="14" name="Picture 13" descr="A qr code with a white background  AI-generated content may be incorrect.">
            <a:extLst>
              <a:ext uri="{FF2B5EF4-FFF2-40B4-BE49-F238E27FC236}">
                <a16:creationId xmlns:a16="http://schemas.microsoft.com/office/drawing/2014/main" id="{89BC7A4A-5202-D91D-28BC-28C3116FA0C5}"/>
              </a:ext>
            </a:extLst>
          </p:cNvPr>
          <p:cNvPicPr>
            <a:picLocks noChangeAspect="1"/>
          </p:cNvPicPr>
          <p:nvPr/>
        </p:nvPicPr>
        <p:blipFill>
          <a:blip r:embed="rId4"/>
          <a:stretch>
            <a:fillRect/>
          </a:stretch>
        </p:blipFill>
        <p:spPr>
          <a:xfrm>
            <a:off x="6865886" y="3337809"/>
            <a:ext cx="3092258" cy="3092258"/>
          </a:xfrm>
          <a:prstGeom prst="rect">
            <a:avLst/>
          </a:prstGeom>
        </p:spPr>
      </p:pic>
      <p:sp>
        <p:nvSpPr>
          <p:cNvPr id="15" name="TextBox 14">
            <a:extLst>
              <a:ext uri="{FF2B5EF4-FFF2-40B4-BE49-F238E27FC236}">
                <a16:creationId xmlns:a16="http://schemas.microsoft.com/office/drawing/2014/main" id="{C1F48E9E-6ECE-A09C-BB58-4FDAB8DDB963}"/>
              </a:ext>
            </a:extLst>
          </p:cNvPr>
          <p:cNvSpPr txBox="1"/>
          <p:nvPr/>
        </p:nvSpPr>
        <p:spPr>
          <a:xfrm>
            <a:off x="549957" y="4245040"/>
            <a:ext cx="60359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Administering Power BI Premium since 2020</a:t>
            </a:r>
          </a:p>
        </p:txBody>
      </p:sp>
      <p:sp>
        <p:nvSpPr>
          <p:cNvPr id="16" name="TextBox 15">
            <a:extLst>
              <a:ext uri="{FF2B5EF4-FFF2-40B4-BE49-F238E27FC236}">
                <a16:creationId xmlns:a16="http://schemas.microsoft.com/office/drawing/2014/main" id="{BA77B998-44BD-D53F-195F-247AB87EAED9}"/>
              </a:ext>
            </a:extLst>
          </p:cNvPr>
          <p:cNvSpPr txBox="1"/>
          <p:nvPr/>
        </p:nvSpPr>
        <p:spPr>
          <a:xfrm>
            <a:off x="549957" y="4966017"/>
            <a:ext cx="597058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Using Fabric since day 1 of Public Preview</a:t>
            </a:r>
          </a:p>
        </p:txBody>
      </p:sp>
      <p:sp>
        <p:nvSpPr>
          <p:cNvPr id="17" name="TextBox 16">
            <a:extLst>
              <a:ext uri="{FF2B5EF4-FFF2-40B4-BE49-F238E27FC236}">
                <a16:creationId xmlns:a16="http://schemas.microsoft.com/office/drawing/2014/main" id="{36DD05D7-13D0-1AB3-2F39-7A8D3CF7257F}"/>
              </a:ext>
            </a:extLst>
          </p:cNvPr>
          <p:cNvSpPr txBox="1"/>
          <p:nvPr/>
        </p:nvSpPr>
        <p:spPr>
          <a:xfrm>
            <a:off x="549957" y="3317897"/>
            <a:ext cx="6181042"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HackTogether: The Microsoft Fabric Global AI Hack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lumMod val="20000"/>
                    <a:lumOff val="80000"/>
                  </a:srgbClr>
                </a:solidFill>
                <a:effectLst/>
                <a:uLnTx/>
                <a:uFillTx/>
                <a:latin typeface="Calibri" panose="020F0502020204030204"/>
                <a:ea typeface="+mn-ea"/>
                <a:cs typeface="+mn-cs"/>
                <a:hlinkClick r:id="rId5">
                  <a:extLst>
                    <a:ext uri="{A12FA001-AC4F-418D-AE19-62706E023703}">
                      <ahyp:hlinkClr xmlns:ahyp="http://schemas.microsoft.com/office/drawing/2018/hyperlinkcolor" val="tx"/>
                    </a:ext>
                  </a:extLst>
                </a:hlinkClick>
              </a:rPr>
              <a:t>Best use of Copilot for Microsoft Fabric: Accounts Payable Payment Prediction</a:t>
            </a:r>
            <a:endParaRPr kumimoji="0" lang="en-US" sz="12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7ADF734D-1067-B9A7-CC5F-2B11BA22818C}"/>
              </a:ext>
            </a:extLst>
          </p:cNvPr>
          <p:cNvSpPr txBox="1"/>
          <p:nvPr/>
        </p:nvSpPr>
        <p:spPr>
          <a:xfrm>
            <a:off x="582614" y="2386554"/>
            <a:ext cx="6502400" cy="707886"/>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2000" b="0" i="0" u="none" strike="noStrike" kern="0" cap="none" spc="0" normalizeH="0" baseline="0">
                <a:ln>
                  <a:noFill/>
                </a:ln>
                <a:solidFill>
                  <a:srgbClr val="000000"/>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hlinkClick r:id="rId6">
                  <a:extLst>
                    <a:ext uri="{A12FA001-AC4F-418D-AE19-62706E023703}">
                      <ahyp:hlinkClr xmlns:ahyp="http://schemas.microsoft.com/office/drawing/2018/hyperlinkcolor" val="tx"/>
                    </a:ext>
                  </a:extLst>
                </a:hlinkClick>
              </a:rPr>
              <a:t>Fabric Analytics Engineer Associate (DP-600)</a:t>
            </a:r>
            <a:endPar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hlinkClick r:id="rId7">
                  <a:extLst>
                    <a:ext uri="{A12FA001-AC4F-418D-AE19-62706E023703}">
                      <ahyp:hlinkClr xmlns:ahyp="http://schemas.microsoft.com/office/drawing/2018/hyperlinkcolor" val="tx"/>
                    </a:ext>
                  </a:extLst>
                </a:hlinkClick>
              </a:rPr>
              <a:t>Fabric Data Engineer Associate (DP-700)</a:t>
            </a:r>
            <a:endParaRPr kumimoji="0" lang="en-US" sz="2000" b="0" i="0" u="none" strike="noStrike" kern="0" cap="none" spc="0" normalizeH="0" baseline="0" noProof="0" dirty="0">
              <a:ln>
                <a:noFill/>
              </a:ln>
              <a:solidFill>
                <a:srgbClr val="ED7D31">
                  <a:lumMod val="20000"/>
                  <a:lumOff val="80000"/>
                </a:srgbClr>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B9B8F632-28EC-0DEA-12BB-DFF717E01BC3}"/>
              </a:ext>
            </a:extLst>
          </p:cNvPr>
          <p:cNvSpPr txBox="1"/>
          <p:nvPr/>
        </p:nvSpPr>
        <p:spPr>
          <a:xfrm>
            <a:off x="582614" y="1757672"/>
            <a:ext cx="597058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Calibri" panose="020F0502020204030204"/>
                <a:ea typeface="+mn-ea"/>
                <a:cs typeface="+mn-cs"/>
              </a:rPr>
              <a:t>Just a user</a:t>
            </a:r>
          </a:p>
        </p:txBody>
      </p:sp>
      <p:cxnSp>
        <p:nvCxnSpPr>
          <p:cNvPr id="20" name="Straight Connector 19">
            <a:extLst>
              <a:ext uri="{FF2B5EF4-FFF2-40B4-BE49-F238E27FC236}">
                <a16:creationId xmlns:a16="http://schemas.microsoft.com/office/drawing/2014/main" id="{BCEA04C9-B66E-38CE-384C-BA5CA131DB74}"/>
              </a:ext>
            </a:extLst>
          </p:cNvPr>
          <p:cNvCxnSpPr>
            <a:cxnSpLocks/>
          </p:cNvCxnSpPr>
          <p:nvPr/>
        </p:nvCxnSpPr>
        <p:spPr>
          <a:xfrm>
            <a:off x="673329" y="3230805"/>
            <a:ext cx="4279671" cy="0"/>
          </a:xfrm>
          <a:prstGeom prst="line">
            <a:avLst/>
          </a:prstGeom>
          <a:noFill/>
          <a:ln w="9525" cap="flat" cmpd="sng" algn="ctr">
            <a:solidFill>
              <a:srgbClr val="FFFFFF">
                <a:lumMod val="85000"/>
              </a:srgbClr>
            </a:solidFill>
            <a:prstDash val="solid"/>
            <a:headEnd type="none" w="lg" len="med"/>
            <a:tailEnd type="none" w="lg" len="med"/>
          </a:ln>
          <a:effectLst/>
        </p:spPr>
      </p:cxnSp>
      <p:cxnSp>
        <p:nvCxnSpPr>
          <p:cNvPr id="21" name="Straight Connector 20">
            <a:extLst>
              <a:ext uri="{FF2B5EF4-FFF2-40B4-BE49-F238E27FC236}">
                <a16:creationId xmlns:a16="http://schemas.microsoft.com/office/drawing/2014/main" id="{BFA98537-07BA-1AF7-1BB2-7E187A65729C}"/>
              </a:ext>
            </a:extLst>
          </p:cNvPr>
          <p:cNvCxnSpPr>
            <a:cxnSpLocks/>
          </p:cNvCxnSpPr>
          <p:nvPr/>
        </p:nvCxnSpPr>
        <p:spPr>
          <a:xfrm>
            <a:off x="673329" y="2266269"/>
            <a:ext cx="4279671" cy="0"/>
          </a:xfrm>
          <a:prstGeom prst="line">
            <a:avLst/>
          </a:prstGeom>
          <a:noFill/>
          <a:ln w="9525" cap="flat" cmpd="sng" algn="ctr">
            <a:solidFill>
              <a:srgbClr val="FFFFFF">
                <a:lumMod val="85000"/>
              </a:srgbClr>
            </a:solidFill>
            <a:prstDash val="solid"/>
            <a:headEnd type="none" w="lg" len="med"/>
            <a:tailEnd type="none" w="lg" len="med"/>
          </a:ln>
          <a:effectLst/>
        </p:spPr>
      </p:cxnSp>
      <p:cxnSp>
        <p:nvCxnSpPr>
          <p:cNvPr id="22" name="Straight Connector 21">
            <a:extLst>
              <a:ext uri="{FF2B5EF4-FFF2-40B4-BE49-F238E27FC236}">
                <a16:creationId xmlns:a16="http://schemas.microsoft.com/office/drawing/2014/main" id="{48F19041-B430-122D-D490-6B35ABB44640}"/>
              </a:ext>
            </a:extLst>
          </p:cNvPr>
          <p:cNvCxnSpPr>
            <a:cxnSpLocks/>
          </p:cNvCxnSpPr>
          <p:nvPr/>
        </p:nvCxnSpPr>
        <p:spPr>
          <a:xfrm>
            <a:off x="673329" y="4077251"/>
            <a:ext cx="4279671" cy="0"/>
          </a:xfrm>
          <a:prstGeom prst="line">
            <a:avLst/>
          </a:prstGeom>
          <a:noFill/>
          <a:ln w="9525" cap="flat" cmpd="sng" algn="ctr">
            <a:solidFill>
              <a:srgbClr val="FFFFFF">
                <a:lumMod val="85000"/>
              </a:srgbClr>
            </a:solidFill>
            <a:prstDash val="solid"/>
            <a:headEnd type="none" w="lg" len="med"/>
            <a:tailEnd type="none" w="lg" len="med"/>
          </a:ln>
          <a:effectLst/>
        </p:spPr>
      </p:cxnSp>
      <p:cxnSp>
        <p:nvCxnSpPr>
          <p:cNvPr id="23" name="Straight Connector 22">
            <a:extLst>
              <a:ext uri="{FF2B5EF4-FFF2-40B4-BE49-F238E27FC236}">
                <a16:creationId xmlns:a16="http://schemas.microsoft.com/office/drawing/2014/main" id="{18256DE6-F237-49AF-6256-5F7CB9DBE7FB}"/>
              </a:ext>
            </a:extLst>
          </p:cNvPr>
          <p:cNvCxnSpPr>
            <a:cxnSpLocks/>
          </p:cNvCxnSpPr>
          <p:nvPr/>
        </p:nvCxnSpPr>
        <p:spPr>
          <a:xfrm>
            <a:off x="673329" y="4820120"/>
            <a:ext cx="4279671" cy="0"/>
          </a:xfrm>
          <a:prstGeom prst="line">
            <a:avLst/>
          </a:prstGeom>
          <a:noFill/>
          <a:ln w="9525" cap="flat" cmpd="sng" algn="ctr">
            <a:solidFill>
              <a:srgbClr val="FFFFFF">
                <a:lumMod val="85000"/>
              </a:srgbClr>
            </a:solidFill>
            <a:prstDash val="solid"/>
            <a:headEnd type="none" w="lg" len="med"/>
            <a:tailEnd type="none" w="lg" len="med"/>
          </a:ln>
          <a:effectLst/>
        </p:spPr>
      </p:cxnSp>
      <p:sp>
        <p:nvSpPr>
          <p:cNvPr id="24" name="Title 4">
            <a:extLst>
              <a:ext uri="{FF2B5EF4-FFF2-40B4-BE49-F238E27FC236}">
                <a16:creationId xmlns:a16="http://schemas.microsoft.com/office/drawing/2014/main" id="{178ECCE8-723D-A085-9BA0-BDB2D1A34710}"/>
              </a:ext>
            </a:extLst>
          </p:cNvPr>
          <p:cNvSpPr txBox="1">
            <a:spLocks/>
          </p:cNvSpPr>
          <p:nvPr/>
        </p:nvSpPr>
        <p:spPr>
          <a:xfrm>
            <a:off x="1109471" y="408424"/>
            <a:ext cx="10499915" cy="461665"/>
          </a:xfrm>
          <a:prstGeom prst="rect">
            <a:avLst/>
          </a:prstGeom>
          <a:noFill/>
          <a:ln/>
        </p:spPr>
        <p:txBody>
          <a:bodyPr wrap="square" lIns="0" tIns="0" rIns="0" bIns="0" rtlCol="0" anchor="ctr"/>
          <a:lstStyle>
            <a:lvl1pPr indent="0">
              <a:buNone/>
              <a:defRPr sz="3000" b="1">
                <a:solidFill>
                  <a:srgbClr val="16293B"/>
                </a:solidFill>
                <a:latin typeface="Calibri" pitchFamily="34" charset="0"/>
                <a:ea typeface="Calibri" pitchFamily="34" charset="-122"/>
                <a:cs typeface="Calibri" pitchFamily="34" charset="-12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Bio 2</a:t>
            </a:r>
          </a:p>
        </p:txBody>
      </p:sp>
    </p:spTree>
    <p:extLst>
      <p:ext uri="{BB962C8B-B14F-4D97-AF65-F5344CB8AC3E}">
        <p14:creationId xmlns:p14="http://schemas.microsoft.com/office/powerpoint/2010/main" val="3986367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1B2A"/>
        </a:solidFill>
        <a:effectLst/>
      </p:bgPr>
    </p:bg>
    <p:spTree>
      <p:nvGrpSpPr>
        <p:cNvPr id="1" name="">
          <a:extLst>
            <a:ext uri="{FF2B5EF4-FFF2-40B4-BE49-F238E27FC236}">
              <a16:creationId xmlns:a16="http://schemas.microsoft.com/office/drawing/2014/main" id="{B85445F4-7051-A23E-AD10-9C0460D8B4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762D8FE-8FEB-E005-615D-9A49C65BCCD2}"/>
              </a:ext>
            </a:extLst>
          </p:cNvPr>
          <p:cNvSpPr/>
          <p:nvPr/>
        </p:nvSpPr>
        <p:spPr>
          <a:xfrm>
            <a:off x="10058400" y="640080"/>
            <a:ext cx="384048" cy="384048"/>
          </a:xfrm>
          <a:prstGeom prst="ellipse">
            <a:avLst/>
          </a:prstGeom>
          <a:solidFill>
            <a:srgbClr val="B07A3C">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79BA8DB9-8CAB-615A-F188-602FACC2E60E}"/>
              </a:ext>
            </a:extLst>
          </p:cNvPr>
          <p:cNvSpPr/>
          <p:nvPr/>
        </p:nvSpPr>
        <p:spPr>
          <a:xfrm>
            <a:off x="10698480" y="640080"/>
            <a:ext cx="384048" cy="384048"/>
          </a:xfrm>
          <a:prstGeom prst="ellipse">
            <a:avLst/>
          </a:prstGeom>
          <a:solidFill>
            <a:srgbClr val="94A2AE">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CB2B8CC-4562-4265-2896-EE12569F02EC}"/>
              </a:ext>
            </a:extLst>
          </p:cNvPr>
          <p:cNvSpPr/>
          <p:nvPr/>
        </p:nvSpPr>
        <p:spPr>
          <a:xfrm>
            <a:off x="11338560" y="640080"/>
            <a:ext cx="384048" cy="384048"/>
          </a:xfrm>
          <a:prstGeom prst="ellipse">
            <a:avLst/>
          </a:prstGeom>
          <a:solidFill>
            <a:srgbClr val="D6A21B">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32524355-358E-2149-5629-E62BD06F5CD3}"/>
              </a:ext>
            </a:extLst>
          </p:cNvPr>
          <p:cNvSpPr/>
          <p:nvPr/>
        </p:nvSpPr>
        <p:spPr>
          <a:xfrm>
            <a:off x="-1280160" y="4663440"/>
            <a:ext cx="3840480" cy="3840480"/>
          </a:xfrm>
          <a:prstGeom prst="ellipse">
            <a:avLst/>
          </a:prstGeom>
          <a:solidFill>
            <a:srgbClr val="12B5A6">
              <a:alpha val="14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79F1E557-65A3-42EC-0673-2DF398A223B4}"/>
              </a:ext>
            </a:extLst>
          </p:cNvPr>
          <p:cNvSpPr/>
          <p:nvPr/>
        </p:nvSpPr>
        <p:spPr>
          <a:xfrm>
            <a:off x="10424160" y="-1554480"/>
            <a:ext cx="3291840" cy="3291840"/>
          </a:xfrm>
          <a:prstGeom prst="ellipse">
            <a:avLst/>
          </a:prstGeom>
          <a:solidFill>
            <a:srgbClr val="12B5A6">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69C08CB-9D1D-A8D3-5792-08DF450DA129}"/>
              </a:ext>
            </a:extLst>
          </p:cNvPr>
          <p:cNvSpPr/>
          <p:nvPr/>
        </p:nvSpPr>
        <p:spPr bwMode="auto">
          <a:xfrm>
            <a:off x="7795757" y="2030680"/>
            <a:ext cx="3200400" cy="32004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rPr>
              <a:t>5</a:t>
            </a:r>
          </a:p>
        </p:txBody>
      </p:sp>
      <p:pic>
        <p:nvPicPr>
          <p:cNvPr id="9" name="Picture 8" descr="A blue and red logo&#10;&#10;Description automatically generated">
            <a:extLst>
              <a:ext uri="{FF2B5EF4-FFF2-40B4-BE49-F238E27FC236}">
                <a16:creationId xmlns:a16="http://schemas.microsoft.com/office/drawing/2014/main" id="{75BE8E5D-516A-0FD8-2207-147294C89273}"/>
              </a:ext>
            </a:extLst>
          </p:cNvPr>
          <p:cNvPicPr>
            <a:picLocks noChangeAspect="1"/>
          </p:cNvPicPr>
          <p:nvPr/>
        </p:nvPicPr>
        <p:blipFill>
          <a:blip r:embed="rId3"/>
          <a:stretch>
            <a:fillRect/>
          </a:stretch>
        </p:blipFill>
        <p:spPr>
          <a:xfrm>
            <a:off x="8109899" y="3178511"/>
            <a:ext cx="2549990" cy="895142"/>
          </a:xfrm>
          <a:prstGeom prst="rect">
            <a:avLst/>
          </a:prstGeom>
        </p:spPr>
      </p:pic>
      <p:sp>
        <p:nvSpPr>
          <p:cNvPr id="10" name="TextBox 9">
            <a:extLst>
              <a:ext uri="{FF2B5EF4-FFF2-40B4-BE49-F238E27FC236}">
                <a16:creationId xmlns:a16="http://schemas.microsoft.com/office/drawing/2014/main" id="{B7A7623B-C5FB-FBF4-550E-819A765CFF9E}"/>
              </a:ext>
            </a:extLst>
          </p:cNvPr>
          <p:cNvSpPr txBox="1"/>
          <p:nvPr/>
        </p:nvSpPr>
        <p:spPr>
          <a:xfrm>
            <a:off x="784495" y="3337809"/>
            <a:ext cx="6502400" cy="400110"/>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2000" b="0" i="0" u="none" strike="noStrike" kern="0" cap="none" spc="0" normalizeH="0" baseline="0">
                <a:ln>
                  <a:noFill/>
                </a:ln>
                <a:solidFill>
                  <a:srgbClr val="000000"/>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Segoe UI"/>
                <a:ea typeface="+mn-ea"/>
                <a:cs typeface="+mn-cs"/>
              </a:rPr>
              <a:t>North American business unit (~3K employees)</a:t>
            </a:r>
          </a:p>
        </p:txBody>
      </p:sp>
      <p:sp>
        <p:nvSpPr>
          <p:cNvPr id="11" name="TextBox 10">
            <a:extLst>
              <a:ext uri="{FF2B5EF4-FFF2-40B4-BE49-F238E27FC236}">
                <a16:creationId xmlns:a16="http://schemas.microsoft.com/office/drawing/2014/main" id="{015CEF8F-8C5E-925C-C1E0-786CD9395037}"/>
              </a:ext>
            </a:extLst>
          </p:cNvPr>
          <p:cNvSpPr txBox="1"/>
          <p:nvPr/>
        </p:nvSpPr>
        <p:spPr>
          <a:xfrm>
            <a:off x="784495" y="2592805"/>
            <a:ext cx="597058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Segoe UI"/>
                <a:ea typeface="+mn-ea"/>
                <a:cs typeface="+mn-cs"/>
              </a:rPr>
              <a:t>World leader in </a:t>
            </a:r>
            <a:r>
              <a:rPr kumimoji="0" lang="en-US" sz="2000" b="0" i="0" u="none" strike="noStrike" kern="0" cap="none" spc="0" normalizeH="0" baseline="0" noProof="0" dirty="0">
                <a:ln>
                  <a:noFill/>
                </a:ln>
                <a:solidFill>
                  <a:srgbClr val="0078D4">
                    <a:lumMod val="20000"/>
                    <a:lumOff val="80000"/>
                  </a:srgbClr>
                </a:solidFill>
                <a:effectLst/>
                <a:uLnTx/>
                <a:uFillTx/>
                <a:latin typeface="Segoe UI"/>
                <a:ea typeface="+mn-ea"/>
                <a:cs typeface="+mn-cs"/>
              </a:rPr>
              <a:t>automotive glass</a:t>
            </a:r>
          </a:p>
        </p:txBody>
      </p:sp>
      <p:cxnSp>
        <p:nvCxnSpPr>
          <p:cNvPr id="12" name="Straight Connector 11">
            <a:extLst>
              <a:ext uri="{FF2B5EF4-FFF2-40B4-BE49-F238E27FC236}">
                <a16:creationId xmlns:a16="http://schemas.microsoft.com/office/drawing/2014/main" id="{EE5E1EFF-622C-D833-CB5B-ADC6DEFE8C43}"/>
              </a:ext>
            </a:extLst>
          </p:cNvPr>
          <p:cNvCxnSpPr>
            <a:cxnSpLocks/>
          </p:cNvCxnSpPr>
          <p:nvPr/>
        </p:nvCxnSpPr>
        <p:spPr>
          <a:xfrm>
            <a:off x="875210" y="3887510"/>
            <a:ext cx="4279671" cy="0"/>
          </a:xfrm>
          <a:prstGeom prst="line">
            <a:avLst/>
          </a:prstGeom>
          <a:noFill/>
          <a:ln w="9525" cap="flat" cmpd="sng" algn="ctr">
            <a:solidFill>
              <a:srgbClr val="FFFFFF">
                <a:lumMod val="85000"/>
              </a:srgbClr>
            </a:solidFill>
            <a:prstDash val="solid"/>
            <a:headEnd type="none" w="lg" len="med"/>
            <a:tailEnd type="none" w="lg" len="med"/>
          </a:ln>
          <a:effectLst/>
        </p:spPr>
      </p:cxnSp>
      <p:cxnSp>
        <p:nvCxnSpPr>
          <p:cNvPr id="25" name="Straight Connector 24">
            <a:extLst>
              <a:ext uri="{FF2B5EF4-FFF2-40B4-BE49-F238E27FC236}">
                <a16:creationId xmlns:a16="http://schemas.microsoft.com/office/drawing/2014/main" id="{30D9DB9A-E3AD-12EE-1C40-ABF11FE54E01}"/>
              </a:ext>
            </a:extLst>
          </p:cNvPr>
          <p:cNvCxnSpPr>
            <a:cxnSpLocks/>
          </p:cNvCxnSpPr>
          <p:nvPr/>
        </p:nvCxnSpPr>
        <p:spPr>
          <a:xfrm>
            <a:off x="875210" y="3165466"/>
            <a:ext cx="4279671" cy="0"/>
          </a:xfrm>
          <a:prstGeom prst="line">
            <a:avLst/>
          </a:prstGeom>
          <a:noFill/>
          <a:ln w="9525" cap="flat" cmpd="sng" algn="ctr">
            <a:solidFill>
              <a:srgbClr val="FFFFFF">
                <a:lumMod val="85000"/>
              </a:srgbClr>
            </a:solidFill>
            <a:prstDash val="solid"/>
            <a:headEnd type="none" w="lg" len="med"/>
            <a:tailEnd type="none" w="lg" len="med"/>
          </a:ln>
          <a:effectLst/>
        </p:spPr>
      </p:cxnSp>
      <p:sp>
        <p:nvSpPr>
          <p:cNvPr id="26" name="TextBox 25">
            <a:extLst>
              <a:ext uri="{FF2B5EF4-FFF2-40B4-BE49-F238E27FC236}">
                <a16:creationId xmlns:a16="http://schemas.microsoft.com/office/drawing/2014/main" id="{16BFEAA5-6CDB-71E5-1F27-4288C38973A3}"/>
              </a:ext>
            </a:extLst>
          </p:cNvPr>
          <p:cNvSpPr txBox="1"/>
          <p:nvPr/>
        </p:nvSpPr>
        <p:spPr>
          <a:xfrm>
            <a:off x="801844" y="4058345"/>
            <a:ext cx="4708637" cy="707887"/>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2000" b="0" i="0" u="none" strike="noStrike" kern="0" cap="none" spc="0" normalizeH="0" baseline="0">
                <a:ln>
                  <a:noFill/>
                </a:ln>
                <a:solidFill>
                  <a:srgbClr val="000000"/>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Segoe UI"/>
                <a:ea typeface="+mn-ea"/>
                <a:cs typeface="+mn-cs"/>
              </a:rPr>
              <a:t>Using Power BI (2018), Premium (2020), Synapse (2021), </a:t>
            </a:r>
            <a:r>
              <a:rPr kumimoji="0" lang="en-US" sz="2000" b="0" i="0" u="none" strike="noStrike" kern="0" cap="none" spc="0" normalizeH="0" baseline="0" noProof="0" dirty="0">
                <a:ln>
                  <a:noFill/>
                </a:ln>
                <a:solidFill>
                  <a:srgbClr val="0078D4">
                    <a:lumMod val="20000"/>
                    <a:lumOff val="80000"/>
                  </a:srgbClr>
                </a:solidFill>
                <a:effectLst/>
                <a:uLnTx/>
                <a:uFillTx/>
                <a:latin typeface="Segoe UI"/>
                <a:ea typeface="+mn-ea"/>
                <a:cs typeface="+mn-cs"/>
              </a:rPr>
              <a:t>Fabric</a:t>
            </a:r>
            <a:r>
              <a:rPr kumimoji="0" lang="en-US" sz="2000" b="0" i="0" u="none" strike="noStrike" kern="0" cap="none" spc="0" normalizeH="0" baseline="0" noProof="0" dirty="0">
                <a:ln>
                  <a:noFill/>
                </a:ln>
                <a:solidFill>
                  <a:srgbClr val="FFFFFF"/>
                </a:solidFill>
                <a:effectLst/>
                <a:uLnTx/>
                <a:uFillTx/>
                <a:latin typeface="Segoe UI"/>
                <a:ea typeface="+mn-ea"/>
                <a:cs typeface="+mn-cs"/>
              </a:rPr>
              <a:t> (2023)</a:t>
            </a:r>
          </a:p>
        </p:txBody>
      </p:sp>
      <p:sp>
        <p:nvSpPr>
          <p:cNvPr id="27" name="Title 4">
            <a:extLst>
              <a:ext uri="{FF2B5EF4-FFF2-40B4-BE49-F238E27FC236}">
                <a16:creationId xmlns:a16="http://schemas.microsoft.com/office/drawing/2014/main" id="{17A12327-FB2D-9ADA-F758-E6CC54F860C5}"/>
              </a:ext>
            </a:extLst>
          </p:cNvPr>
          <p:cNvSpPr txBox="1">
            <a:spLocks/>
          </p:cNvSpPr>
          <p:nvPr/>
        </p:nvSpPr>
        <p:spPr>
          <a:xfrm>
            <a:off x="1109471" y="408424"/>
            <a:ext cx="10499915" cy="461665"/>
          </a:xfrm>
          <a:prstGeom prst="rect">
            <a:avLst/>
          </a:prstGeom>
          <a:noFill/>
          <a:ln/>
        </p:spPr>
        <p:txBody>
          <a:bodyPr wrap="square" lIns="0" tIns="0" rIns="0" bIns="0" rtlCol="0" anchor="ctr"/>
          <a:lstStyle>
            <a:lvl1pPr indent="0">
              <a:buNone/>
              <a:defRPr sz="3000" b="1">
                <a:solidFill>
                  <a:srgbClr val="16293B"/>
                </a:solidFill>
                <a:latin typeface="Calibri" pitchFamily="34" charset="0"/>
                <a:ea typeface="Calibri" pitchFamily="34" charset="-122"/>
                <a:cs typeface="Calibri" pitchFamily="34" charset="-12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My organization</a:t>
            </a:r>
          </a:p>
        </p:txBody>
      </p:sp>
    </p:spTree>
    <p:extLst>
      <p:ext uri="{BB962C8B-B14F-4D97-AF65-F5344CB8AC3E}">
        <p14:creationId xmlns:p14="http://schemas.microsoft.com/office/powerpoint/2010/main" val="3424062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1B2A"/>
        </a:solidFill>
        <a:effectLst/>
      </p:bgPr>
    </p:bg>
    <p:spTree>
      <p:nvGrpSpPr>
        <p:cNvPr id="1" name="">
          <a:extLst>
            <a:ext uri="{FF2B5EF4-FFF2-40B4-BE49-F238E27FC236}">
              <a16:creationId xmlns:a16="http://schemas.microsoft.com/office/drawing/2014/main" id="{CE199426-C5CC-67B6-DA76-640F2B7A18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E7A0E1-AD12-12E5-B661-124DC2654874}"/>
              </a:ext>
            </a:extLst>
          </p:cNvPr>
          <p:cNvSpPr/>
          <p:nvPr/>
        </p:nvSpPr>
        <p:spPr>
          <a:xfrm>
            <a:off x="10058400" y="640080"/>
            <a:ext cx="384048" cy="384048"/>
          </a:xfrm>
          <a:prstGeom prst="ellipse">
            <a:avLst/>
          </a:prstGeom>
          <a:solidFill>
            <a:srgbClr val="B07A3C">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9ED51570-7E88-AD63-4E40-C9008FD0C4FE}"/>
              </a:ext>
            </a:extLst>
          </p:cNvPr>
          <p:cNvSpPr/>
          <p:nvPr/>
        </p:nvSpPr>
        <p:spPr>
          <a:xfrm>
            <a:off x="10698480" y="640080"/>
            <a:ext cx="384048" cy="384048"/>
          </a:xfrm>
          <a:prstGeom prst="ellipse">
            <a:avLst/>
          </a:prstGeom>
          <a:solidFill>
            <a:srgbClr val="94A2AE">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9921F80C-F254-527D-D808-BA6F433932F7}"/>
              </a:ext>
            </a:extLst>
          </p:cNvPr>
          <p:cNvSpPr/>
          <p:nvPr/>
        </p:nvSpPr>
        <p:spPr>
          <a:xfrm>
            <a:off x="11338560" y="640080"/>
            <a:ext cx="384048" cy="384048"/>
          </a:xfrm>
          <a:prstGeom prst="ellipse">
            <a:avLst/>
          </a:prstGeom>
          <a:solidFill>
            <a:srgbClr val="D6A21B">
              <a:alpha val="7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D6BB9D50-C979-E545-FA04-7C905C439185}"/>
              </a:ext>
            </a:extLst>
          </p:cNvPr>
          <p:cNvSpPr/>
          <p:nvPr/>
        </p:nvSpPr>
        <p:spPr>
          <a:xfrm>
            <a:off x="-1280160" y="4663440"/>
            <a:ext cx="3840480" cy="3840480"/>
          </a:xfrm>
          <a:prstGeom prst="ellipse">
            <a:avLst/>
          </a:prstGeom>
          <a:solidFill>
            <a:srgbClr val="12B5A6">
              <a:alpha val="14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4B68EC46-DEB2-1164-AB94-7EA3DE883EDD}"/>
              </a:ext>
            </a:extLst>
          </p:cNvPr>
          <p:cNvSpPr/>
          <p:nvPr/>
        </p:nvSpPr>
        <p:spPr>
          <a:xfrm>
            <a:off x="10424160" y="-1554480"/>
            <a:ext cx="3291840" cy="3291840"/>
          </a:xfrm>
          <a:prstGeom prst="ellipse">
            <a:avLst/>
          </a:prstGeom>
          <a:solidFill>
            <a:srgbClr val="12B5A6">
              <a:alpha val="1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itle 4">
            <a:extLst>
              <a:ext uri="{FF2B5EF4-FFF2-40B4-BE49-F238E27FC236}">
                <a16:creationId xmlns:a16="http://schemas.microsoft.com/office/drawing/2014/main" id="{5F59E47C-12A9-1604-469F-C4B639D63E12}"/>
              </a:ext>
            </a:extLst>
          </p:cNvPr>
          <p:cNvSpPr txBox="1">
            <a:spLocks/>
          </p:cNvSpPr>
          <p:nvPr/>
        </p:nvSpPr>
        <p:spPr>
          <a:xfrm>
            <a:off x="1109471" y="408424"/>
            <a:ext cx="10499915" cy="461665"/>
          </a:xfrm>
          <a:prstGeom prst="rect">
            <a:avLst/>
          </a:prstGeom>
          <a:noFill/>
          <a:ln/>
        </p:spPr>
        <p:txBody>
          <a:bodyPr wrap="square" lIns="0" tIns="0" rIns="0" bIns="0" rtlCol="0" anchor="ctr"/>
          <a:lstStyle>
            <a:lvl1pPr indent="0">
              <a:buNone/>
              <a:defRPr sz="3000" b="1">
                <a:solidFill>
                  <a:srgbClr val="16293B"/>
                </a:solidFill>
                <a:latin typeface="Calibri" pitchFamily="34" charset="0"/>
                <a:ea typeface="Calibri" pitchFamily="34" charset="-122"/>
                <a:cs typeface="Calibri" pitchFamily="34" charset="-12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uLnTx/>
                <a:uFillTx/>
                <a:latin typeface="Calibri" pitchFamily="34" charset="0"/>
                <a:ea typeface="Calibri" pitchFamily="34" charset="-122"/>
                <a:cs typeface="Calibri" pitchFamily="34" charset="-120"/>
              </a:rPr>
              <a:t>Repo</a:t>
            </a:r>
          </a:p>
        </p:txBody>
      </p:sp>
      <p:pic>
        <p:nvPicPr>
          <p:cNvPr id="8" name="Picture 7">
            <a:extLst>
              <a:ext uri="{FF2B5EF4-FFF2-40B4-BE49-F238E27FC236}">
                <a16:creationId xmlns:a16="http://schemas.microsoft.com/office/drawing/2014/main" id="{34FA8014-0FAB-A07E-D9B5-9D01517CAA2B}"/>
              </a:ext>
            </a:extLst>
          </p:cNvPr>
          <p:cNvPicPr>
            <a:picLocks noChangeAspect="1"/>
          </p:cNvPicPr>
          <p:nvPr/>
        </p:nvPicPr>
        <p:blipFill>
          <a:blip r:embed="rId3"/>
          <a:stretch>
            <a:fillRect/>
          </a:stretch>
        </p:blipFill>
        <p:spPr>
          <a:xfrm>
            <a:off x="3431716" y="1148358"/>
            <a:ext cx="5328568" cy="5328568"/>
          </a:xfrm>
          <a:prstGeom prst="rect">
            <a:avLst/>
          </a:prstGeom>
        </p:spPr>
      </p:pic>
    </p:spTree>
    <p:extLst>
      <p:ext uri="{BB962C8B-B14F-4D97-AF65-F5344CB8AC3E}">
        <p14:creationId xmlns:p14="http://schemas.microsoft.com/office/powerpoint/2010/main" val="2774871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A95FB00E-D0E6-1BA8-146B-8066D626CEC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5E912A-011F-5486-954D-AC18C6F8F5B2}"/>
              </a:ext>
            </a:extLst>
          </p:cNvPr>
          <p:cNvSpPr txBox="1"/>
          <p:nvPr/>
        </p:nvSpPr>
        <p:spPr>
          <a:xfrm>
            <a:off x="1096000" y="1782395"/>
            <a:ext cx="10000000" cy="3293209"/>
          </a:xfrm>
          <a:prstGeom prst="rect">
            <a:avLst/>
          </a:prstGeom>
          <a:noFill/>
        </p:spPr>
        <p:txBody>
          <a:bodyPr wrap="square" rtlCol="0">
            <a:spAutoFit/>
          </a:bodyPr>
          <a:lstStyle/>
          <a:p>
            <a:pPr lvl="0" algn="ctr" defTabSz="914400">
              <a:defRPr/>
            </a:pPr>
            <a:r>
              <a:rPr lang="en-US" sz="4000" b="1" kern="0" dirty="0">
                <a:cs typeface="Segoe UI" panose="020B0502040204020203" pitchFamily="34" charset="0"/>
              </a:rPr>
              <a:t>I'm not an “AI expert.”</a:t>
            </a:r>
          </a:p>
          <a:p>
            <a:pPr lvl="0" algn="ctr" defTabSz="914400">
              <a:defRPr/>
            </a:pPr>
            <a:endParaRPr lang="en-US" sz="2400" kern="0" dirty="0">
              <a:cs typeface="Segoe UI" panose="020B0502040204020203" pitchFamily="34" charset="0"/>
            </a:endParaRPr>
          </a:p>
          <a:p>
            <a:pPr lvl="0" algn="ctr" defTabSz="914400">
              <a:defRPr/>
            </a:pPr>
            <a:endParaRPr lang="en-US" sz="2400" kern="0" dirty="0">
              <a:cs typeface="Segoe UI" panose="020B0502040204020203" pitchFamily="34" charset="0"/>
            </a:endParaRPr>
          </a:p>
          <a:p>
            <a:pPr lvl="0" algn="ctr" defTabSz="914400">
              <a:defRPr/>
            </a:pPr>
            <a:endParaRPr lang="en-US" sz="2400" kern="0" dirty="0">
              <a:cs typeface="Segoe UI" panose="020B0502040204020203" pitchFamily="34" charset="0"/>
            </a:endParaRPr>
          </a:p>
          <a:p>
            <a:pPr algn="ctr" defTabSz="914400">
              <a:defRPr/>
            </a:pPr>
            <a:r>
              <a:rPr lang="en-US" sz="4000" b="1" kern="0" dirty="0">
                <a:cs typeface="Segoe UI" panose="020B0502040204020203" pitchFamily="34" charset="0"/>
              </a:rPr>
              <a:t>I’m just trying to keep up.</a:t>
            </a:r>
          </a:p>
          <a:p>
            <a:pPr lvl="0" algn="ctr" defTabSz="914400">
              <a:defRPr/>
            </a:pPr>
            <a:endParaRPr lang="en-US" sz="2400" kern="0" dirty="0">
              <a:cs typeface="Segoe UI" panose="020B0502040204020203" pitchFamily="34" charset="0"/>
            </a:endParaRPr>
          </a:p>
          <a:p>
            <a:pPr lvl="0" algn="ctr" defTabSz="914400">
              <a:defRPr/>
            </a:pPr>
            <a:endParaRPr lang="en-US" sz="2400" kern="0" dirty="0">
              <a:cs typeface="Segoe UI" panose="020B0502040204020203" pitchFamily="34" charset="0"/>
            </a:endParaRPr>
          </a:p>
        </p:txBody>
      </p:sp>
    </p:spTree>
    <p:extLst>
      <p:ext uri="{BB962C8B-B14F-4D97-AF65-F5344CB8AC3E}">
        <p14:creationId xmlns:p14="http://schemas.microsoft.com/office/powerpoint/2010/main" val="3442049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C03BDD40-82FF-DA70-20F2-C3E14D1D58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5BCF42-19D0-6130-F3F3-76D4D8FC651A}"/>
              </a:ext>
            </a:extLst>
          </p:cNvPr>
          <p:cNvSpPr txBox="1"/>
          <p:nvPr/>
        </p:nvSpPr>
        <p:spPr>
          <a:xfrm>
            <a:off x="95639" y="165959"/>
            <a:ext cx="6809014" cy="6526082"/>
          </a:xfrm>
          <a:prstGeom prst="rect">
            <a:avLst/>
          </a:prstGeom>
          <a:noFill/>
        </p:spPr>
        <p:txBody>
          <a:bodyPr wrap="square">
            <a:spAutoFit/>
          </a:bodyPr>
          <a:lstStyle/>
          <a:p>
            <a:pPr algn="l">
              <a:lnSpc>
                <a:spcPts val="2400"/>
              </a:lnSpc>
              <a:buNone/>
            </a:pPr>
            <a:r>
              <a:rPr lang="en-US" sz="1400" b="0" i="0" dirty="0">
                <a:solidFill>
                  <a:srgbClr val="242424"/>
                </a:solidFill>
                <a:effectLst/>
                <a:latin typeface="source-serif-pro"/>
              </a:rPr>
              <a:t>Stage 1: </a:t>
            </a:r>
            <a:r>
              <a:rPr lang="en-US" sz="1400" b="1" i="0" dirty="0">
                <a:solidFill>
                  <a:srgbClr val="242424"/>
                </a:solidFill>
                <a:effectLst/>
                <a:latin typeface="source-serif-pro"/>
              </a:rPr>
              <a:t>Zero or Near-Zero AI:</a:t>
            </a:r>
            <a:r>
              <a:rPr lang="en-US" sz="1400" b="0" i="0" dirty="0">
                <a:solidFill>
                  <a:srgbClr val="242424"/>
                </a:solidFill>
                <a:effectLst/>
                <a:latin typeface="source-serif-pro"/>
              </a:rPr>
              <a:t> maybe code completions, sometimes ask Chat questions</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2: </a:t>
            </a:r>
            <a:r>
              <a:rPr lang="en-US" sz="1400" b="1" i="0" dirty="0">
                <a:solidFill>
                  <a:srgbClr val="242424"/>
                </a:solidFill>
                <a:effectLst/>
                <a:latin typeface="source-serif-pro"/>
              </a:rPr>
              <a:t>Coding agent in IDE</a:t>
            </a:r>
            <a:r>
              <a:rPr lang="en-US" sz="1400" b="0" i="0" dirty="0">
                <a:solidFill>
                  <a:srgbClr val="242424"/>
                </a:solidFill>
                <a:effectLst/>
                <a:latin typeface="source-serif-pro"/>
              </a:rPr>
              <a:t>, permissions turned on. A narrow coding agent in a sidebar asks your permission to run tools.</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3: </a:t>
            </a:r>
            <a:r>
              <a:rPr lang="en-US" sz="1400" b="1" i="0" dirty="0">
                <a:solidFill>
                  <a:srgbClr val="242424"/>
                </a:solidFill>
                <a:effectLst/>
                <a:latin typeface="source-serif-pro"/>
              </a:rPr>
              <a:t>Agent in IDE, YOLO mode:</a:t>
            </a:r>
            <a:r>
              <a:rPr lang="en-US" sz="1400" b="0" i="0" dirty="0">
                <a:solidFill>
                  <a:srgbClr val="242424"/>
                </a:solidFill>
                <a:effectLst/>
                <a:latin typeface="source-serif-pro"/>
              </a:rPr>
              <a:t> Trust goes up. You turn off permissions, agent gets wider.</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4: </a:t>
            </a:r>
            <a:r>
              <a:rPr lang="en-US" sz="1400" b="1" i="0" dirty="0">
                <a:solidFill>
                  <a:srgbClr val="242424"/>
                </a:solidFill>
                <a:effectLst/>
                <a:latin typeface="source-serif-pro"/>
              </a:rPr>
              <a:t>In IDE, wide agent</a:t>
            </a:r>
            <a:r>
              <a:rPr lang="en-US" sz="1400" b="0" i="0" dirty="0">
                <a:solidFill>
                  <a:srgbClr val="242424"/>
                </a:solidFill>
                <a:effectLst/>
                <a:latin typeface="source-serif-pro"/>
              </a:rPr>
              <a:t>: Your agent gradually grows to fill the screen. Code is just for diffs.</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5: </a:t>
            </a:r>
            <a:r>
              <a:rPr lang="en-US" sz="1400" b="1" i="0" dirty="0">
                <a:solidFill>
                  <a:srgbClr val="242424"/>
                </a:solidFill>
                <a:effectLst/>
                <a:latin typeface="source-serif-pro"/>
              </a:rPr>
              <a:t>CLI, single agent. YOLO</a:t>
            </a:r>
            <a:r>
              <a:rPr lang="en-US" sz="1400" b="0" i="0" dirty="0">
                <a:solidFill>
                  <a:srgbClr val="242424"/>
                </a:solidFill>
                <a:effectLst/>
                <a:latin typeface="source-serif-pro"/>
              </a:rPr>
              <a:t>. Diffs scroll by. You may or may not look at them.</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6: </a:t>
            </a:r>
            <a:r>
              <a:rPr lang="en-US" sz="1400" b="1" i="0" dirty="0">
                <a:solidFill>
                  <a:srgbClr val="242424"/>
                </a:solidFill>
                <a:effectLst/>
                <a:latin typeface="source-serif-pro"/>
              </a:rPr>
              <a:t>CLI, multi-agent, YOLO</a:t>
            </a:r>
            <a:r>
              <a:rPr lang="en-US" sz="1400" b="0" i="0" dirty="0">
                <a:solidFill>
                  <a:srgbClr val="242424"/>
                </a:solidFill>
                <a:effectLst/>
                <a:latin typeface="source-serif-pro"/>
              </a:rPr>
              <a:t>. You regularly use 3 to 5 parallel instances. You are very fast.</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7: </a:t>
            </a:r>
            <a:r>
              <a:rPr lang="en-US" sz="1400" b="1" i="0" dirty="0">
                <a:solidFill>
                  <a:srgbClr val="242424"/>
                </a:solidFill>
                <a:effectLst/>
                <a:latin typeface="source-serif-pro"/>
              </a:rPr>
              <a:t>10+ agents</a:t>
            </a:r>
            <a:r>
              <a:rPr lang="en-US" sz="1400" b="0" i="0" dirty="0">
                <a:solidFill>
                  <a:srgbClr val="242424"/>
                </a:solidFill>
                <a:effectLst/>
                <a:latin typeface="source-serif-pro"/>
              </a:rPr>
              <a:t>, </a:t>
            </a:r>
            <a:r>
              <a:rPr lang="en-US" sz="1400" b="1" i="0" dirty="0">
                <a:solidFill>
                  <a:srgbClr val="242424"/>
                </a:solidFill>
                <a:effectLst/>
                <a:latin typeface="source-serif-pro"/>
              </a:rPr>
              <a:t>hand-managed</a:t>
            </a:r>
            <a:r>
              <a:rPr lang="en-US" sz="1400" b="0" i="0" dirty="0">
                <a:solidFill>
                  <a:srgbClr val="242424"/>
                </a:solidFill>
                <a:effectLst/>
                <a:latin typeface="source-serif-pro"/>
              </a:rPr>
              <a:t>. You are starting to push the limits of hand-management.</a:t>
            </a:r>
            <a:br>
              <a:rPr lang="en-US" sz="1400" b="0" i="0" dirty="0">
                <a:solidFill>
                  <a:srgbClr val="242424"/>
                </a:solidFill>
                <a:effectLst/>
                <a:latin typeface="source-serif-pro"/>
              </a:rPr>
            </a:br>
            <a:endParaRPr lang="en-US" sz="1400" b="0" i="0" dirty="0">
              <a:solidFill>
                <a:srgbClr val="242424"/>
              </a:solidFill>
              <a:effectLst/>
              <a:latin typeface="source-serif-pro"/>
            </a:endParaRPr>
          </a:p>
          <a:p>
            <a:pPr algn="l">
              <a:lnSpc>
                <a:spcPts val="2400"/>
              </a:lnSpc>
              <a:buNone/>
            </a:pPr>
            <a:r>
              <a:rPr lang="en-US" sz="1400" b="0" i="0" dirty="0">
                <a:solidFill>
                  <a:srgbClr val="242424"/>
                </a:solidFill>
                <a:effectLst/>
                <a:latin typeface="source-serif-pro"/>
              </a:rPr>
              <a:t>Stage 8: </a:t>
            </a:r>
            <a:r>
              <a:rPr lang="en-US" sz="1400" b="1" i="0" dirty="0">
                <a:solidFill>
                  <a:srgbClr val="242424"/>
                </a:solidFill>
                <a:effectLst/>
                <a:latin typeface="source-serif-pro"/>
              </a:rPr>
              <a:t>Building your own orchestrator</a:t>
            </a:r>
            <a:r>
              <a:rPr lang="en-US" sz="1400" b="0" i="0" dirty="0">
                <a:solidFill>
                  <a:srgbClr val="242424"/>
                </a:solidFill>
                <a:effectLst/>
                <a:latin typeface="source-serif-pro"/>
              </a:rPr>
              <a:t>. You are on the frontier, automating your workflow.</a:t>
            </a:r>
          </a:p>
        </p:txBody>
      </p:sp>
      <p:pic>
        <p:nvPicPr>
          <p:cNvPr id="4" name="Picture 3">
            <a:extLst>
              <a:ext uri="{FF2B5EF4-FFF2-40B4-BE49-F238E27FC236}">
                <a16:creationId xmlns:a16="http://schemas.microsoft.com/office/drawing/2014/main" id="{2DFBB087-0819-CD6C-E71C-082638DC8321}"/>
              </a:ext>
            </a:extLst>
          </p:cNvPr>
          <p:cNvPicPr>
            <a:picLocks noChangeAspect="1"/>
          </p:cNvPicPr>
          <p:nvPr/>
        </p:nvPicPr>
        <p:blipFill>
          <a:blip r:embed="rId2"/>
          <a:stretch>
            <a:fillRect/>
          </a:stretch>
        </p:blipFill>
        <p:spPr>
          <a:xfrm>
            <a:off x="6775968" y="904035"/>
            <a:ext cx="5191708" cy="2833189"/>
          </a:xfrm>
          <a:prstGeom prst="rect">
            <a:avLst/>
          </a:prstGeom>
          <a:ln>
            <a:solidFill>
              <a:schemeClr val="tx2"/>
            </a:solidFill>
          </a:ln>
        </p:spPr>
      </p:pic>
      <p:sp>
        <p:nvSpPr>
          <p:cNvPr id="6" name="TextBox 5">
            <a:extLst>
              <a:ext uri="{FF2B5EF4-FFF2-40B4-BE49-F238E27FC236}">
                <a16:creationId xmlns:a16="http://schemas.microsoft.com/office/drawing/2014/main" id="{52D9D1F1-DBA4-8B29-F75C-3ADDDF95EFD1}"/>
              </a:ext>
            </a:extLst>
          </p:cNvPr>
          <p:cNvSpPr txBox="1"/>
          <p:nvPr/>
        </p:nvSpPr>
        <p:spPr>
          <a:xfrm>
            <a:off x="8104901" y="4333531"/>
            <a:ext cx="2724539" cy="635559"/>
          </a:xfrm>
          <a:prstGeom prst="rect">
            <a:avLst/>
          </a:prstGeom>
          <a:noFill/>
        </p:spPr>
        <p:txBody>
          <a:bodyPr wrap="square">
            <a:spAutoFit/>
          </a:bodyPr>
          <a:lstStyle/>
          <a:p>
            <a:r>
              <a:rPr lang="en-US" dirty="0">
                <a:solidFill>
                  <a:schemeClr val="accent2"/>
                </a:solidFill>
                <a:hlinkClick r:id="rId3">
                  <a:extLst>
                    <a:ext uri="{A12FA001-AC4F-418D-AE19-62706E023703}">
                      <ahyp:hlinkClr xmlns:ahyp="http://schemas.microsoft.com/office/drawing/2018/hyperlinkcolor" val="tx"/>
                    </a:ext>
                  </a:extLst>
                </a:hlinkClick>
              </a:rPr>
              <a:t>Welcome to Gas Town | by Steve Yegge | Medium</a:t>
            </a:r>
            <a:endParaRPr lang="en-US" dirty="0">
              <a:solidFill>
                <a:schemeClr val="accent2"/>
              </a:solidFill>
            </a:endParaRPr>
          </a:p>
        </p:txBody>
      </p:sp>
      <p:sp>
        <p:nvSpPr>
          <p:cNvPr id="7" name="Rectangle 6">
            <a:extLst>
              <a:ext uri="{FF2B5EF4-FFF2-40B4-BE49-F238E27FC236}">
                <a16:creationId xmlns:a16="http://schemas.microsoft.com/office/drawing/2014/main" id="{7420B155-AE84-5254-1041-58878B10B741}"/>
              </a:ext>
            </a:extLst>
          </p:cNvPr>
          <p:cNvSpPr/>
          <p:nvPr/>
        </p:nvSpPr>
        <p:spPr bwMode="auto">
          <a:xfrm>
            <a:off x="95639" y="165959"/>
            <a:ext cx="6680329" cy="440216"/>
          </a:xfrm>
          <a:prstGeom prst="rect">
            <a:avLst/>
          </a:prstGeom>
          <a:noFill/>
          <a:ln w="571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27202218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315A1BA0-E3F7-27BD-93BB-ABE601C81BE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A3311FD-AAB2-B61E-6C5C-F6F955299386}"/>
              </a:ext>
            </a:extLst>
          </p:cNvPr>
          <p:cNvGrpSpPr/>
          <p:nvPr/>
        </p:nvGrpSpPr>
        <p:grpSpPr>
          <a:xfrm>
            <a:off x="5821379" y="3078178"/>
            <a:ext cx="5628831" cy="3419745"/>
            <a:chOff x="1714419" y="1411337"/>
            <a:chExt cx="7665527" cy="4296583"/>
          </a:xfrm>
        </p:grpSpPr>
        <p:sp>
          <p:nvSpPr>
            <p:cNvPr id="3" name="TextBox 2">
              <a:extLst>
                <a:ext uri="{FF2B5EF4-FFF2-40B4-BE49-F238E27FC236}">
                  <a16:creationId xmlns:a16="http://schemas.microsoft.com/office/drawing/2014/main" id="{320696E9-2319-6B3E-C74F-929DD5F73FDB}"/>
                </a:ext>
              </a:extLst>
            </p:cNvPr>
            <p:cNvSpPr txBox="1"/>
            <p:nvPr/>
          </p:nvSpPr>
          <p:spPr>
            <a:xfrm>
              <a:off x="4584134" y="1672595"/>
              <a:ext cx="1926096" cy="6468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Theory</a:t>
              </a:r>
            </a:p>
          </p:txBody>
        </p:sp>
        <p:sp>
          <p:nvSpPr>
            <p:cNvPr id="2" name="TextBox 1">
              <a:extLst>
                <a:ext uri="{FF2B5EF4-FFF2-40B4-BE49-F238E27FC236}">
                  <a16:creationId xmlns:a16="http://schemas.microsoft.com/office/drawing/2014/main" id="{CC966DE7-0EF5-94D7-D409-DB2BAA8B2E58}"/>
                </a:ext>
              </a:extLst>
            </p:cNvPr>
            <p:cNvSpPr txBox="1"/>
            <p:nvPr/>
          </p:nvSpPr>
          <p:spPr>
            <a:xfrm>
              <a:off x="4517414" y="4799805"/>
              <a:ext cx="2154538" cy="6468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Practice</a:t>
              </a:r>
            </a:p>
          </p:txBody>
        </p:sp>
        <p:sp>
          <p:nvSpPr>
            <p:cNvPr id="6" name="Arrow: Curved Right 5">
              <a:extLst>
                <a:ext uri="{FF2B5EF4-FFF2-40B4-BE49-F238E27FC236}">
                  <a16:creationId xmlns:a16="http://schemas.microsoft.com/office/drawing/2014/main" id="{F3C09084-B722-A67B-4086-6CC9E4C5922C}"/>
                </a:ext>
              </a:extLst>
            </p:cNvPr>
            <p:cNvSpPr/>
            <p:nvPr/>
          </p:nvSpPr>
          <p:spPr bwMode="auto">
            <a:xfrm>
              <a:off x="1714419" y="1672596"/>
              <a:ext cx="2504029" cy="4035324"/>
            </a:xfrm>
            <a:prstGeom prst="curvedRightArrow">
              <a:avLst/>
            </a:prstGeom>
            <a:solidFill>
              <a:srgbClr val="00AE94"/>
            </a:solidFill>
            <a:ln>
              <a:solidFill>
                <a:srgbClr val="039B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sp>
          <p:nvSpPr>
            <p:cNvPr id="7" name="Arrow: Curved Right 6">
              <a:extLst>
                <a:ext uri="{FF2B5EF4-FFF2-40B4-BE49-F238E27FC236}">
                  <a16:creationId xmlns:a16="http://schemas.microsoft.com/office/drawing/2014/main" id="{C7C4B04A-A451-6F98-6F3C-A8B4AA3646DD}"/>
                </a:ext>
              </a:extLst>
            </p:cNvPr>
            <p:cNvSpPr/>
            <p:nvPr/>
          </p:nvSpPr>
          <p:spPr bwMode="auto">
            <a:xfrm flipH="1" flipV="1">
              <a:off x="6875917" y="1411337"/>
              <a:ext cx="2504029" cy="4035325"/>
            </a:xfrm>
            <a:prstGeom prst="curvedRightArrow">
              <a:avLst/>
            </a:prstGeom>
            <a:solidFill>
              <a:srgbClr val="00AE94"/>
            </a:solidFill>
            <a:ln>
              <a:solidFill>
                <a:srgbClr val="039B8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err="1">
                <a:ln>
                  <a:noFill/>
                </a:ln>
                <a:solidFill>
                  <a:srgbClr val="FFFFFF"/>
                </a:solidFill>
                <a:effectLst/>
                <a:uLnTx/>
                <a:uFillTx/>
                <a:latin typeface="Segoe UI"/>
                <a:ea typeface="Segoe UI" pitchFamily="34" charset="0"/>
                <a:cs typeface="Segoe UI" pitchFamily="34" charset="0"/>
              </a:endParaRPr>
            </a:p>
          </p:txBody>
        </p:sp>
      </p:grpSp>
      <p:sp>
        <p:nvSpPr>
          <p:cNvPr id="9" name="TextBox 8">
            <a:extLst>
              <a:ext uri="{FF2B5EF4-FFF2-40B4-BE49-F238E27FC236}">
                <a16:creationId xmlns:a16="http://schemas.microsoft.com/office/drawing/2014/main" id="{9D6B78B9-2BE5-3603-3E75-ACC67480DEBD}"/>
              </a:ext>
            </a:extLst>
          </p:cNvPr>
          <p:cNvSpPr txBox="1"/>
          <p:nvPr/>
        </p:nvSpPr>
        <p:spPr>
          <a:xfrm>
            <a:off x="894680" y="282875"/>
            <a:ext cx="9853398" cy="31085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0" cap="none" spc="0" normalizeH="0" baseline="0" noProof="0" dirty="0">
                <a:ln>
                  <a:noFill/>
                </a:ln>
                <a:solidFill>
                  <a:srgbClr val="000000"/>
                </a:solidFill>
                <a:effectLst/>
                <a:uLnTx/>
                <a:uFillTx/>
                <a:latin typeface="Segoe UI"/>
                <a:ea typeface="+mn-ea"/>
                <a:cs typeface="Segoe UI" panose="020B0502040204020203" pitchFamily="34" charset="0"/>
              </a:rPr>
              <a:t>“</a:t>
            </a:r>
            <a:r>
              <a:rPr kumimoji="0" lang="en-US" sz="2800" b="0" i="1" u="none" strike="noStrike" kern="1200" cap="none" spc="0" normalizeH="0" baseline="0" noProof="0" dirty="0">
                <a:ln>
                  <a:noFill/>
                </a:ln>
                <a:solidFill>
                  <a:srgbClr val="000000"/>
                </a:solidFill>
                <a:effectLst/>
                <a:uLnTx/>
                <a:uFillTx/>
                <a:latin typeface="Segoe UI"/>
                <a:ea typeface="+mn-ea"/>
                <a:cs typeface="+mn-cs"/>
              </a:rPr>
              <a:t>Experience teaches nothing. In fact, there is no experience to record without theory… </a:t>
            </a:r>
            <a:r>
              <a:rPr kumimoji="0" lang="en-US" sz="2800" b="1" i="1" u="none" strike="noStrike" kern="1200" cap="none" spc="0" normalizeH="0" baseline="0" noProof="0" dirty="0">
                <a:ln>
                  <a:noFill/>
                </a:ln>
                <a:solidFill>
                  <a:srgbClr val="000000"/>
                </a:solidFill>
                <a:effectLst/>
                <a:uLnTx/>
                <a:uFillTx/>
                <a:latin typeface="Segoe UI"/>
                <a:ea typeface="+mn-ea"/>
                <a:cs typeface="+mn-cs"/>
              </a:rPr>
              <a:t>Without theory there is no learning</a:t>
            </a:r>
            <a:r>
              <a:rPr kumimoji="0" lang="en-US" sz="2800" b="0" i="1" u="none" strike="noStrike" kern="1200" cap="none" spc="0" normalizeH="0" baseline="0" noProof="0" dirty="0">
                <a:ln>
                  <a:noFill/>
                </a:ln>
                <a:solidFill>
                  <a:srgbClr val="000000"/>
                </a:solidFill>
                <a:effectLst/>
                <a:uLnTx/>
                <a:uFillTx/>
                <a:latin typeface="Segoe UI"/>
                <a:ea typeface="+mn-ea"/>
                <a:cs typeface="+mn-cs"/>
              </a:rPr>
              <a:t>… People copy examples and then they wonder what is the trouble. They look at examples and without theory they learn nothing.</a:t>
            </a:r>
            <a:r>
              <a:rPr kumimoji="0" lang="en-US" sz="2800" b="0" i="1" u="none" strike="noStrike" kern="0" cap="none" spc="0" normalizeH="0" baseline="0" noProof="0" dirty="0">
                <a:ln>
                  <a:noFill/>
                </a:ln>
                <a:solidFill>
                  <a:srgbClr val="000000"/>
                </a:solidFill>
                <a:effectLst/>
                <a:uLnTx/>
                <a:uFillTx/>
                <a:latin typeface="Segoe UI"/>
                <a:ea typeface="+mn-ea"/>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1" u="none" strike="noStrike" kern="0" cap="none" spc="0" normalizeH="0" baseline="0" noProof="0" dirty="0">
              <a:ln>
                <a:noFill/>
              </a:ln>
              <a:solidFill>
                <a:srgbClr val="000000"/>
              </a:solidFill>
              <a:effectLst/>
              <a:uLnTx/>
              <a:uFillTx/>
              <a:latin typeface="Segoe UI"/>
              <a:ea typeface="+mn-ea"/>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uLnTx/>
                <a:uFillTx/>
                <a:latin typeface="Segoe UI"/>
                <a:ea typeface="+mn-ea"/>
                <a:cs typeface="Segoe UI" panose="020B0502040204020203" pitchFamily="34" charset="0"/>
              </a:rPr>
              <a:t>- </a:t>
            </a:r>
            <a:r>
              <a:rPr kumimoji="0" lang="en-US" sz="2800" b="0" i="0" u="none" strike="noStrike" kern="1200" cap="none" spc="0" normalizeH="0" baseline="0" noProof="0" dirty="0">
                <a:ln>
                  <a:noFill/>
                </a:ln>
                <a:solidFill>
                  <a:srgbClr val="000000"/>
                </a:solidFill>
                <a:effectLst/>
                <a:uLnTx/>
                <a:uFillTx/>
                <a:latin typeface="Segoe UI"/>
                <a:ea typeface="+mn-ea"/>
                <a:cs typeface="+mn-cs"/>
              </a:rPr>
              <a:t>W. Edwards Deming</a:t>
            </a:r>
            <a:endParaRPr kumimoji="0" lang="en-US" sz="2800" b="1" i="0" u="none" strike="noStrike" kern="0" cap="none" spc="0" normalizeH="0" baseline="0" noProof="0" dirty="0">
              <a:ln>
                <a:noFill/>
              </a:ln>
              <a:solidFill>
                <a:srgbClr val="000000"/>
              </a:solidFill>
              <a:effectLst/>
              <a:uLnTx/>
              <a:uFillTx/>
              <a:latin typeface="Segoe UI"/>
              <a:ea typeface="+mn-ea"/>
              <a:cs typeface="Segoe UI" panose="020B0502040204020203" pitchFamily="34" charset="0"/>
            </a:endParaRPr>
          </a:p>
        </p:txBody>
      </p:sp>
      <p:pic>
        <p:nvPicPr>
          <p:cNvPr id="13" name="Picture 12" descr="A person in a suit and tie">
            <a:extLst>
              <a:ext uri="{FF2B5EF4-FFF2-40B4-BE49-F238E27FC236}">
                <a16:creationId xmlns:a16="http://schemas.microsoft.com/office/drawing/2014/main" id="{266B413A-ED16-7CAC-2FC1-7452BFBA8CA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917" b="99167" l="612" r="99633">
                        <a14:foregroundMark x1="52264" y1="6806" x2="52264" y2="6806"/>
                        <a14:foregroundMark x1="52264" y1="2917" x2="52264" y2="2917"/>
                        <a14:foregroundMark x1="26438" y1="39444" x2="26438" y2="39444"/>
                        <a14:foregroundMark x1="28029" y1="40000" x2="28029" y2="40000"/>
                        <a14:foregroundMark x1="63280" y1="34167" x2="63280" y2="34167"/>
                        <a14:foregroundMark x1="37821" y1="84444" x2="37821" y2="84444"/>
                        <a14:foregroundMark x1="24113" y1="96944" x2="24113" y2="96944"/>
                        <a14:foregroundMark x1="14565" y1="95972" x2="14565" y2="95972"/>
                        <a14:foregroundMark x1="27295" y1="92778" x2="27295" y2="92778"/>
                        <a14:foregroundMark x1="71971" y1="91250" x2="71971" y2="91250"/>
                        <a14:foregroundMark x1="80906" y1="91250" x2="80906" y2="91250"/>
                        <a14:foregroundMark x1="86781" y1="95417" x2="86781" y2="95417"/>
                        <a14:foregroundMark x1="87515" y1="92639" x2="87515" y2="92639"/>
                        <a14:foregroundMark x1="69278" y1="91389" x2="69278" y2="91389"/>
                        <a14:foregroundMark x1="55569" y1="97361" x2="55569" y2="97361"/>
                        <a14:foregroundMark x1="50551" y1="96389" x2="50551" y2="96389"/>
                        <a14:foregroundMark x1="43084" y1="97083" x2="43084" y2="97083"/>
                        <a14:foregroundMark x1="44431" y1="93472" x2="44431" y2="93472"/>
                        <a14:foregroundMark x1="46022" y1="95833" x2="46022" y2="95833"/>
                        <a14:foregroundMark x1="34639" y1="90278" x2="34639" y2="90278"/>
                        <a14:foregroundMark x1="33660" y1="88750" x2="33660" y2="88750"/>
                        <a14:foregroundMark x1="28029" y1="88194" x2="28029" y2="88194"/>
                        <a14:foregroundMark x1="28519" y1="83611" x2="4774" y2="96528"/>
                        <a14:foregroundMark x1="734" y1="97778" x2="734" y2="97778"/>
                        <a14:foregroundMark x1="66585" y1="83056" x2="95961" y2="93889"/>
                        <a14:foregroundMark x1="95961" y1="93889" x2="86781" y2="97639"/>
                        <a14:foregroundMark x1="86781" y1="97639" x2="72583" y2="96111"/>
                        <a14:foregroundMark x1="72583" y1="96111" x2="67809" y2="86111"/>
                        <a14:foregroundMark x1="27662" y1="40139" x2="27662" y2="40139"/>
                        <a14:foregroundMark x1="27785" y1="45278" x2="27785" y2="45278"/>
                        <a14:foregroundMark x1="94737" y1="89722" x2="99633" y2="95417"/>
                        <a14:foregroundMark x1="57283" y1="88056" x2="41616" y2="93611"/>
                        <a14:foregroundMark x1="41616" y1="93611" x2="46512" y2="99167"/>
                        <a14:foregroundMark x1="28764" y1="39444" x2="27907" y2="49583"/>
                        <a14:foregroundMark x1="27907" y1="49583" x2="28152" y2="50000"/>
                      </a14:backgroundRemoval>
                    </a14:imgEffect>
                    <a14:imgEffect>
                      <a14:artisticTexturizer/>
                    </a14:imgEffect>
                    <a14:imgEffect>
                      <a14:saturation sat="0"/>
                    </a14:imgEffect>
                  </a14:imgLayer>
                </a14:imgProps>
              </a:ext>
            </a:extLst>
          </a:blip>
          <a:stretch>
            <a:fillRect/>
          </a:stretch>
        </p:blipFill>
        <p:spPr>
          <a:xfrm>
            <a:off x="0" y="4110273"/>
            <a:ext cx="3117907" cy="2747727"/>
          </a:xfrm>
          <a:prstGeom prst="rect">
            <a:avLst/>
          </a:prstGeom>
        </p:spPr>
      </p:pic>
    </p:spTree>
    <p:extLst>
      <p:ext uri="{BB962C8B-B14F-4D97-AF65-F5344CB8AC3E}">
        <p14:creationId xmlns:p14="http://schemas.microsoft.com/office/powerpoint/2010/main" val="17050894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47C314E0-A34A-BB63-2921-EDBF9EE296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5378B9-0AAE-264E-1ADC-9C294EBE27E7}"/>
              </a:ext>
            </a:extLst>
          </p:cNvPr>
          <p:cNvSpPr txBox="1"/>
          <p:nvPr/>
        </p:nvSpPr>
        <p:spPr>
          <a:xfrm>
            <a:off x="2722252" y="1351508"/>
            <a:ext cx="7633327" cy="415498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4000" b="1" kern="0" dirty="0">
                <a:latin typeface="Segoe UI" panose="020B0502040204020203" pitchFamily="34" charset="0"/>
                <a:cs typeface="Segoe UI" panose="020B0502040204020203" pitchFamily="34" charset="0"/>
              </a:rPr>
              <a:t>Part 1: </a:t>
            </a:r>
            <a:r>
              <a:rPr lang="en-US" sz="3600" kern="0" dirty="0">
                <a:latin typeface="Segoe UI" panose="020B0502040204020203" pitchFamily="34" charset="0"/>
                <a:cs typeface="Segoe UI" panose="020B0502040204020203" pitchFamily="34" charset="0"/>
              </a:rPr>
              <a:t>Practical AI…</a:t>
            </a:r>
          </a:p>
          <a:p>
            <a:pPr marL="0" marR="0" lvl="0" indent="0" defTabSz="914400" eaLnBrk="1" fontAlgn="auto" latinLnBrk="0" hangingPunct="1">
              <a:lnSpc>
                <a:spcPct val="100000"/>
              </a:lnSpc>
              <a:spcBef>
                <a:spcPts val="0"/>
              </a:spcBef>
              <a:spcAft>
                <a:spcPts val="0"/>
              </a:spcAft>
              <a:buClrTx/>
              <a:buSzTx/>
              <a:buFontTx/>
              <a:buNone/>
              <a:tabLst/>
              <a:defRPr/>
            </a:pPr>
            <a:endParaRPr lang="en-US" sz="3600" kern="0" dirty="0">
              <a:latin typeface="Segoe UI" panose="020B0502040204020203" pitchFamily="34" charset="0"/>
              <a:cs typeface="Segoe UI" panose="020B0502040204020203" pitchFamily="34" charset="0"/>
            </a:endParaRPr>
          </a:p>
          <a:p>
            <a:pPr defTabSz="914400">
              <a:defRPr/>
            </a:pPr>
            <a:r>
              <a:rPr lang="en-US" sz="4000" b="1" kern="0" dirty="0">
                <a:latin typeface="Segoe UI" panose="020B0502040204020203" pitchFamily="34" charset="0"/>
                <a:cs typeface="Segoe UI" panose="020B0502040204020203" pitchFamily="34" charset="0"/>
              </a:rPr>
              <a:t>Part 2: </a:t>
            </a:r>
            <a:r>
              <a:rPr lang="en-US" sz="3600" kern="0" dirty="0">
                <a:latin typeface="Segoe UI" panose="020B0502040204020203" pitchFamily="34" charset="0"/>
                <a:cs typeface="Segoe UI" panose="020B0502040204020203" pitchFamily="34" charset="0"/>
              </a:rPr>
              <a:t>…For Power BI developers</a:t>
            </a:r>
          </a:p>
          <a:p>
            <a:pPr defTabSz="914400">
              <a:defRPr/>
            </a:pPr>
            <a:endParaRPr lang="en-US" sz="3600" kern="0" dirty="0">
              <a:latin typeface="Segoe UI" panose="020B0502040204020203" pitchFamily="34" charset="0"/>
              <a:cs typeface="Segoe UI" panose="020B0502040204020203" pitchFamily="34" charset="0"/>
            </a:endParaRPr>
          </a:p>
          <a:p>
            <a:pPr defTabSz="914400">
              <a:defRPr/>
            </a:pPr>
            <a:r>
              <a:rPr lang="en-US" sz="4000" b="1" kern="0" dirty="0">
                <a:latin typeface="Segoe UI" panose="020B0502040204020203" pitchFamily="34" charset="0"/>
                <a:cs typeface="Segoe UI" panose="020B0502040204020203" pitchFamily="34" charset="0"/>
              </a:rPr>
              <a:t>Part 3: </a:t>
            </a:r>
            <a:r>
              <a:rPr lang="en-US" sz="3600" kern="0" dirty="0">
                <a:latin typeface="Segoe UI" panose="020B0502040204020203" pitchFamily="34" charset="0"/>
                <a:cs typeface="Segoe UI" panose="020B0502040204020203" pitchFamily="34" charset="0"/>
              </a:rPr>
              <a:t>Demos!</a:t>
            </a:r>
          </a:p>
          <a:p>
            <a:pPr defTabSz="914400">
              <a:defRPr/>
            </a:pPr>
            <a:endParaRPr lang="en-US" sz="3600" kern="0" dirty="0">
              <a:latin typeface="Segoe UI" panose="020B0502040204020203" pitchFamily="34" charset="0"/>
              <a:cs typeface="Segoe U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3600" kern="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012825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BE5EA2CF-5978-F62C-0093-E96F3EC8FED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D8EF1DA-5FD5-E4FD-FC16-3782A070CA6B}"/>
              </a:ext>
            </a:extLst>
          </p:cNvPr>
          <p:cNvSpPr txBox="1"/>
          <p:nvPr/>
        </p:nvSpPr>
        <p:spPr>
          <a:xfrm>
            <a:off x="1096000" y="1782395"/>
            <a:ext cx="10000000" cy="2554545"/>
          </a:xfrm>
          <a:prstGeom prst="rect">
            <a:avLst/>
          </a:prstGeom>
          <a:noFill/>
        </p:spPr>
        <p:txBody>
          <a:bodyPr wrap="square" rtlCol="0">
            <a:spAutoFit/>
          </a:bodyPr>
          <a:lstStyle/>
          <a:p>
            <a:pPr lvl="0" algn="ctr" defTabSz="914400">
              <a:defRPr/>
            </a:pPr>
            <a:r>
              <a:rPr lang="en-US" sz="4000" b="1" kern="0" dirty="0">
                <a:cs typeface="Segoe UI" panose="020B0502040204020203" pitchFamily="34" charset="0"/>
              </a:rPr>
              <a:t>Goal: </a:t>
            </a:r>
            <a:br>
              <a:rPr lang="en-US" sz="4000" b="1" kern="0" dirty="0">
                <a:cs typeface="Segoe UI" panose="020B0502040204020203" pitchFamily="34" charset="0"/>
              </a:rPr>
            </a:br>
            <a:br>
              <a:rPr lang="en-US" sz="4000" b="1" kern="0" dirty="0">
                <a:cs typeface="Segoe UI" panose="020B0502040204020203" pitchFamily="34" charset="0"/>
              </a:rPr>
            </a:br>
            <a:r>
              <a:rPr lang="en-US" sz="4000" b="1" kern="0" dirty="0">
                <a:cs typeface="Segoe UI" panose="020B0502040204020203" pitchFamily="34" charset="0"/>
              </a:rPr>
              <a:t>If nothing else, you leave with a few useful tips, resources, and ideas</a:t>
            </a:r>
            <a:endParaRPr lang="en-US" sz="2400" kern="0" dirty="0">
              <a:cs typeface="Segoe UI" panose="020B0502040204020203" pitchFamily="34" charset="0"/>
            </a:endParaRPr>
          </a:p>
        </p:txBody>
      </p:sp>
    </p:spTree>
    <p:extLst>
      <p:ext uri="{BB962C8B-B14F-4D97-AF65-F5344CB8AC3E}">
        <p14:creationId xmlns:p14="http://schemas.microsoft.com/office/powerpoint/2010/main" val="322394024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D36EB6C2-084B-0137-D688-652AB917F8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418DD2-388B-9763-E79C-3FFD22628ABC}"/>
              </a:ext>
            </a:extLst>
          </p:cNvPr>
          <p:cNvSpPr txBox="1"/>
          <p:nvPr/>
        </p:nvSpPr>
        <p:spPr>
          <a:xfrm>
            <a:off x="993630" y="1967061"/>
            <a:ext cx="5585424" cy="236988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4000" b="1" kern="0">
                <a:latin typeface="Segoe UI" panose="020B0502040204020203" pitchFamily="34" charset="0"/>
                <a:cs typeface="Segoe UI" panose="020B0502040204020203" pitchFamily="34" charset="0"/>
              </a:rPr>
              <a:t>Part 1: </a:t>
            </a:r>
          </a:p>
          <a:p>
            <a:pPr marL="0" marR="0" lvl="0" indent="0" defTabSz="914400" eaLnBrk="1" fontAlgn="auto" latinLnBrk="0" hangingPunct="1">
              <a:lnSpc>
                <a:spcPct val="100000"/>
              </a:lnSpc>
              <a:spcBef>
                <a:spcPts val="0"/>
              </a:spcBef>
              <a:spcAft>
                <a:spcPts val="0"/>
              </a:spcAft>
              <a:buClrTx/>
              <a:buSzTx/>
              <a:buFontTx/>
              <a:buNone/>
              <a:tabLst/>
              <a:defRPr/>
            </a:pPr>
            <a:endParaRPr lang="en-US" sz="3600" b="1" kern="0">
              <a:latin typeface="Segoe UI" panose="020B0502040204020203" pitchFamily="34" charset="0"/>
              <a:cs typeface="Segoe U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3600" kern="0">
                <a:latin typeface="Segoe UI" panose="020B0502040204020203" pitchFamily="34" charset="0"/>
                <a:cs typeface="Segoe UI" panose="020B0502040204020203" pitchFamily="34" charset="0"/>
              </a:rPr>
              <a:t>Practical AI</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3600" i="0" u="none" strike="noStrike" kern="0" cap="none" spc="0" normalizeH="0" baseline="0" noProof="0" dirty="0">
              <a:ln>
                <a:noFill/>
              </a:ln>
              <a:effectLst/>
              <a:uLnTx/>
              <a:uFillTx/>
              <a:latin typeface="Segoe UI" panose="020B0502040204020203" pitchFamily="34" charset="0"/>
              <a:cs typeface="Segoe UI" panose="020B0502040204020203" pitchFamily="34" charset="0"/>
            </a:endParaRPr>
          </a:p>
        </p:txBody>
      </p:sp>
      <p:pic>
        <p:nvPicPr>
          <p:cNvPr id="11" name="Picture 10" descr="Brendan Bycroft">
            <a:extLst>
              <a:ext uri="{FF2B5EF4-FFF2-40B4-BE49-F238E27FC236}">
                <a16:creationId xmlns:a16="http://schemas.microsoft.com/office/drawing/2014/main" id="{3A3844FF-7D93-A4A3-02DF-C1EC172FD4A0}"/>
              </a:ext>
            </a:extLst>
          </p:cNvPr>
          <p:cNvPicPr>
            <a:picLocks noChangeAspect="1"/>
          </p:cNvPicPr>
          <p:nvPr/>
        </p:nvPicPr>
        <p:blipFill>
          <a:blip r:embed="rId2"/>
          <a:stretch>
            <a:fillRect/>
          </a:stretch>
        </p:blipFill>
        <p:spPr>
          <a:xfrm>
            <a:off x="5821633" y="295275"/>
            <a:ext cx="5585424" cy="6267450"/>
          </a:xfrm>
          <a:prstGeom prst="rect">
            <a:avLst/>
          </a:prstGeom>
        </p:spPr>
      </p:pic>
      <p:sp>
        <p:nvSpPr>
          <p:cNvPr id="6" name="TextBox 5">
            <a:extLst>
              <a:ext uri="{FF2B5EF4-FFF2-40B4-BE49-F238E27FC236}">
                <a16:creationId xmlns:a16="http://schemas.microsoft.com/office/drawing/2014/main" id="{988A4B81-2688-2D40-4670-C7FC3D94E8B7}"/>
              </a:ext>
            </a:extLst>
          </p:cNvPr>
          <p:cNvSpPr txBox="1"/>
          <p:nvPr/>
        </p:nvSpPr>
        <p:spPr>
          <a:xfrm>
            <a:off x="9264015" y="3247027"/>
            <a:ext cx="2508885" cy="363946"/>
          </a:xfrm>
          <a:prstGeom prst="rect">
            <a:avLst/>
          </a:prstGeom>
          <a:noFill/>
        </p:spPr>
        <p:txBody>
          <a:bodyPr wrap="square">
            <a:spAutoFit/>
          </a:bodyPr>
          <a:lstStyle/>
          <a:p>
            <a:r>
              <a:rPr lang="en-US" dirty="0">
                <a:solidFill>
                  <a:schemeClr val="accent2"/>
                </a:solidFill>
                <a:hlinkClick r:id="rId3">
                  <a:extLst>
                    <a:ext uri="{A12FA001-AC4F-418D-AE19-62706E023703}">
                      <ahyp:hlinkClr xmlns:ahyp="http://schemas.microsoft.com/office/drawing/2018/hyperlinkcolor" val="tx"/>
                    </a:ext>
                  </a:extLst>
                </a:hlinkClick>
              </a:rPr>
              <a:t>https://bbycroft.net/llm</a:t>
            </a:r>
            <a:endParaRPr lang="en-US" dirty="0">
              <a:solidFill>
                <a:schemeClr val="accent2"/>
              </a:solidFill>
            </a:endParaRPr>
          </a:p>
        </p:txBody>
      </p:sp>
    </p:spTree>
    <p:extLst>
      <p:ext uri="{BB962C8B-B14F-4D97-AF65-F5344CB8AC3E}">
        <p14:creationId xmlns:p14="http://schemas.microsoft.com/office/powerpoint/2010/main" val="94026551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4B3AB010-74E4-BDCC-F16B-EA9D20998F60}"/>
            </a:ext>
          </a:extLst>
        </p:cNvPr>
        <p:cNvGrpSpPr/>
        <p:nvPr/>
      </p:nvGrpSpPr>
      <p:grpSpPr>
        <a:xfrm>
          <a:off x="0" y="0"/>
          <a:ext cx="0" cy="0"/>
          <a:chOff x="0" y="0"/>
          <a:chExt cx="0" cy="0"/>
        </a:xfrm>
      </p:grpSpPr>
      <p:sp>
        <p:nvSpPr>
          <p:cNvPr id="3" name="Title 4">
            <a:extLst>
              <a:ext uri="{FF2B5EF4-FFF2-40B4-BE49-F238E27FC236}">
                <a16:creationId xmlns:a16="http://schemas.microsoft.com/office/drawing/2014/main" id="{5E26CC91-B1E6-4558-9B9E-0FEC06E411D9}"/>
              </a:ext>
            </a:extLst>
          </p:cNvPr>
          <p:cNvSpPr txBox="1">
            <a:spLocks/>
          </p:cNvSpPr>
          <p:nvPr/>
        </p:nvSpPr>
        <p:spPr>
          <a:xfrm>
            <a:off x="3777391" y="2420064"/>
            <a:ext cx="4637218" cy="1107996"/>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dirty="0">
                <a:solidFill>
                  <a:schemeClr val="bg1"/>
                </a:solidFill>
                <a:latin typeface="Segoe UI" panose="020B0502040204020203" pitchFamily="34" charset="0"/>
              </a:rPr>
              <a:t>Large language models predict the next token.</a:t>
            </a:r>
            <a:endParaRPr kumimoji="0" lang="en-US" sz="3600" b="0" i="0" u="none" strike="noStrike" kern="1200" cap="none" spc="-50" normalizeH="0" baseline="0" noProof="0" dirty="0">
              <a:ln w="3175">
                <a:noFill/>
              </a:ln>
              <a:solidFill>
                <a:schemeClr val="bg1"/>
              </a:solidFill>
              <a:effectLst/>
              <a:uLnTx/>
              <a:uFillTx/>
              <a:latin typeface="Segoe UI" panose="020B0502040204020203" pitchFamily="34" charset="0"/>
            </a:endParaRPr>
          </a:p>
        </p:txBody>
      </p:sp>
      <p:sp>
        <p:nvSpPr>
          <p:cNvPr id="4" name="Title 4">
            <a:extLst>
              <a:ext uri="{FF2B5EF4-FFF2-40B4-BE49-F238E27FC236}">
                <a16:creationId xmlns:a16="http://schemas.microsoft.com/office/drawing/2014/main" id="{DAECBBDE-F118-41B1-B0D2-CA13CC11E875}"/>
              </a:ext>
            </a:extLst>
          </p:cNvPr>
          <p:cNvSpPr txBox="1">
            <a:spLocks/>
          </p:cNvSpPr>
          <p:nvPr/>
        </p:nvSpPr>
        <p:spPr>
          <a:xfrm>
            <a:off x="3950522" y="4143965"/>
            <a:ext cx="4290956"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dirty="0">
                <a:solidFill>
                  <a:schemeClr val="bg1"/>
                </a:solidFill>
                <a:latin typeface="Segoe UI" panose="020B0502040204020203" pitchFamily="34" charset="0"/>
              </a:rPr>
              <a:t>Wait…what’s a token?</a:t>
            </a:r>
            <a:endParaRPr kumimoji="0" lang="en-US" sz="3600" b="0" i="0" u="none" strike="noStrike" kern="1200" cap="none" spc="-50" normalizeH="0" baseline="0" noProof="0" dirty="0">
              <a:ln w="3175">
                <a:noFill/>
              </a:ln>
              <a:solidFill>
                <a:schemeClr val="bg1"/>
              </a:solidFill>
              <a:effectLst/>
              <a:uLnTx/>
              <a:uFillTx/>
              <a:latin typeface="Segoe UI" panose="020B0502040204020203" pitchFamily="34" charset="0"/>
            </a:endParaRPr>
          </a:p>
        </p:txBody>
      </p:sp>
    </p:spTree>
    <p:extLst>
      <p:ext uri="{BB962C8B-B14F-4D97-AF65-F5344CB8AC3E}">
        <p14:creationId xmlns:p14="http://schemas.microsoft.com/office/powerpoint/2010/main" val="335631162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77B342C1-B0CA-0702-54CC-C7E04F9158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F2A58A3-9E76-5E51-2BF9-67A00294F66E}"/>
              </a:ext>
            </a:extLst>
          </p:cNvPr>
          <p:cNvPicPr>
            <a:picLocks noChangeAspect="1"/>
          </p:cNvPicPr>
          <p:nvPr/>
        </p:nvPicPr>
        <p:blipFill>
          <a:blip r:embed="rId3"/>
          <a:stretch>
            <a:fillRect/>
          </a:stretch>
        </p:blipFill>
        <p:spPr>
          <a:xfrm>
            <a:off x="2585878" y="681824"/>
            <a:ext cx="7020243" cy="5494351"/>
          </a:xfrm>
          <a:prstGeom prst="rect">
            <a:avLst/>
          </a:prstGeom>
        </p:spPr>
      </p:pic>
      <p:sp>
        <p:nvSpPr>
          <p:cNvPr id="1026" name="Footer"/>
          <p:cNvSpPr txBox="1"/>
          <p:nvPr/>
        </p:nvSpPr>
        <p:spPr>
          <a:xfrm>
            <a:off x="762000" y="6286500"/>
            <a:ext cx="10668000" cy="279400"/>
          </a:xfrm>
          <a:prstGeom prst="rect">
            <a:avLst/>
          </a:prstGeom>
          <a:noFill/>
        </p:spPr>
        <p:txBody>
          <a:bodyPr wrap="square" lIns="0" tIns="0" rIns="0" bIns="0" anchor="t"/>
          <a:lstStyle/>
          <a:p>
            <a:pPr algn="ctr"/>
            <a:r>
              <a:rPr lang="en-US" sz="1300" dirty="0">
                <a:solidFill>
                  <a:srgbClr val="8DC8E8"/>
                </a:solidFill>
              </a:rPr>
              <a:t>Visualize it →  tokenvisualizer.netlify.app</a:t>
            </a:r>
          </a:p>
        </p:txBody>
      </p:sp>
    </p:spTree>
    <p:extLst>
      <p:ext uri="{BB962C8B-B14F-4D97-AF65-F5344CB8AC3E}">
        <p14:creationId xmlns:p14="http://schemas.microsoft.com/office/powerpoint/2010/main" val="332610291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dirty="0">
                <a:solidFill>
                  <a:schemeClr val="bg1"/>
                </a:solidFill>
              </a:rPr>
              <a:t>The context window</a:t>
            </a:r>
            <a:endParaRPr kumimoji="0" lang="en-US" sz="3600" b="0" i="0" u="none" strike="noStrike" kern="1200" cap="none" spc="-50" normalizeH="0" baseline="0" noProof="0" dirty="0">
              <a:ln w="3175">
                <a:noFill/>
              </a:ln>
              <a:solidFill>
                <a:schemeClr val="bg1"/>
              </a:solidFill>
              <a:effectLst/>
              <a:uLnTx/>
              <a:uFillTx/>
              <a:ea typeface="+mn-ea"/>
              <a:cs typeface="Segoe UI" pitchFamily="34" charset="0"/>
            </a:endParaRPr>
          </a:p>
        </p:txBody>
      </p:sp>
      <p:sp>
        <p:nvSpPr>
          <p:cNvPr id="1000" name="InputLabel"/>
          <p:cNvSpPr txBox="1"/>
          <p:nvPr/>
        </p:nvSpPr>
        <p:spPr>
          <a:xfrm>
            <a:off x="381000" y="1562100"/>
            <a:ext cx="1270000" cy="228600"/>
          </a:xfrm>
          <a:prstGeom prst="rect">
            <a:avLst/>
          </a:prstGeom>
          <a:noFill/>
        </p:spPr>
        <p:txBody>
          <a:bodyPr wrap="square" lIns="0" tIns="0" rIns="0" bIns="0" anchor="t"/>
          <a:lstStyle/>
          <a:p>
            <a:pPr algn="l"/>
            <a:r>
              <a:rPr lang="en-US" sz="1000" b="1" dirty="0">
                <a:solidFill>
                  <a:srgbClr val="8DC8E8"/>
                </a:solidFill>
              </a:rPr>
              <a:t>INPUT</a:t>
            </a:r>
          </a:p>
        </p:txBody>
      </p:sp>
      <p:sp>
        <p:nvSpPr>
          <p:cNvPr id="1001" name="Tok0"/>
          <p:cNvSpPr/>
          <p:nvPr/>
        </p:nvSpPr>
        <p:spPr>
          <a:xfrm>
            <a:off x="381000" y="1841500"/>
            <a:ext cx="723900" cy="406400"/>
          </a:xfrm>
          <a:prstGeom prst="roundRect">
            <a:avLst/>
          </a:prstGeom>
          <a:solidFill>
            <a:srgbClr val="0078D3"/>
          </a:solidFill>
          <a:ln>
            <a:noFill/>
          </a:ln>
        </p:spPr>
        <p:txBody>
          <a:bodyPr wrap="square" lIns="45720" tIns="45720" rIns="45720" bIns="45720" anchor="ctr"/>
          <a:lstStyle/>
          <a:p>
            <a:pPr algn="ctr"/>
            <a:r>
              <a:rPr lang="en-US" sz="1200" b="1" dirty="0">
                <a:solidFill>
                  <a:srgbClr val="FFFFFF"/>
                </a:solidFill>
              </a:rPr>
              <a:t>The</a:t>
            </a:r>
          </a:p>
        </p:txBody>
      </p:sp>
      <p:sp>
        <p:nvSpPr>
          <p:cNvPr id="1002" name="Tok1"/>
          <p:cNvSpPr/>
          <p:nvPr/>
        </p:nvSpPr>
        <p:spPr>
          <a:xfrm>
            <a:off x="1206500" y="1841500"/>
            <a:ext cx="723900" cy="406400"/>
          </a:xfrm>
          <a:prstGeom prst="roundRect">
            <a:avLst/>
          </a:prstGeom>
          <a:solidFill>
            <a:srgbClr val="49C5B1"/>
          </a:solidFill>
          <a:ln>
            <a:noFill/>
          </a:ln>
        </p:spPr>
        <p:txBody>
          <a:bodyPr wrap="square" lIns="45720" tIns="45720" rIns="45720" bIns="45720" anchor="ctr"/>
          <a:lstStyle/>
          <a:p>
            <a:pPr algn="ctr"/>
            <a:r>
              <a:rPr lang="en-US" sz="1200" b="1" dirty="0">
                <a:solidFill>
                  <a:srgbClr val="2A446F"/>
                </a:solidFill>
              </a:rPr>
              <a:t>cat</a:t>
            </a:r>
          </a:p>
        </p:txBody>
      </p:sp>
      <p:sp>
        <p:nvSpPr>
          <p:cNvPr id="1003" name="Tok2"/>
          <p:cNvSpPr/>
          <p:nvPr/>
        </p:nvSpPr>
        <p:spPr>
          <a:xfrm>
            <a:off x="2032000" y="1841500"/>
            <a:ext cx="723900" cy="406400"/>
          </a:xfrm>
          <a:prstGeom prst="roundRect">
            <a:avLst/>
          </a:prstGeom>
          <a:solidFill>
            <a:srgbClr val="B9DCD2"/>
          </a:solidFill>
          <a:ln>
            <a:noFill/>
          </a:ln>
        </p:spPr>
        <p:txBody>
          <a:bodyPr wrap="square" lIns="45720" tIns="45720" rIns="45720" bIns="45720" anchor="ctr"/>
          <a:lstStyle/>
          <a:p>
            <a:pPr algn="ctr"/>
            <a:r>
              <a:rPr lang="en-US" sz="1200" b="1" dirty="0">
                <a:solidFill>
                  <a:srgbClr val="2A446F"/>
                </a:solidFill>
              </a:rPr>
              <a:t>sat</a:t>
            </a:r>
          </a:p>
        </p:txBody>
      </p:sp>
      <p:sp>
        <p:nvSpPr>
          <p:cNvPr id="1004" name="Tok3"/>
          <p:cNvSpPr/>
          <p:nvPr/>
        </p:nvSpPr>
        <p:spPr>
          <a:xfrm>
            <a:off x="2857500" y="1841500"/>
            <a:ext cx="635000" cy="406400"/>
          </a:xfrm>
          <a:prstGeom prst="roundRect">
            <a:avLst/>
          </a:prstGeom>
          <a:solidFill>
            <a:srgbClr val="8DC8E8"/>
          </a:solidFill>
          <a:ln>
            <a:noFill/>
          </a:ln>
        </p:spPr>
        <p:txBody>
          <a:bodyPr wrap="square" lIns="45720" tIns="45720" rIns="45720" bIns="45720" anchor="ctr"/>
          <a:lstStyle/>
          <a:p>
            <a:pPr algn="ctr"/>
            <a:r>
              <a:rPr lang="en-US" sz="1200" b="1" dirty="0">
                <a:solidFill>
                  <a:srgbClr val="2A446F"/>
                </a:solidFill>
              </a:rPr>
              <a:t>on</a:t>
            </a:r>
          </a:p>
        </p:txBody>
      </p:sp>
      <p:sp>
        <p:nvSpPr>
          <p:cNvPr id="1005" name="Tok4"/>
          <p:cNvSpPr/>
          <p:nvPr/>
        </p:nvSpPr>
        <p:spPr>
          <a:xfrm>
            <a:off x="3594100" y="1841500"/>
            <a:ext cx="723900" cy="406400"/>
          </a:xfrm>
          <a:prstGeom prst="roundRect">
            <a:avLst/>
          </a:prstGeom>
          <a:solidFill>
            <a:srgbClr val="0078D3"/>
          </a:solidFill>
          <a:ln>
            <a:noFill/>
          </a:ln>
        </p:spPr>
        <p:txBody>
          <a:bodyPr wrap="square" lIns="45720" tIns="45720" rIns="45720" bIns="45720" anchor="ctr"/>
          <a:lstStyle/>
          <a:p>
            <a:pPr algn="ctr"/>
            <a:r>
              <a:rPr lang="en-US" sz="1200" b="1" dirty="0">
                <a:solidFill>
                  <a:srgbClr val="FFFFFF"/>
                </a:solidFill>
              </a:rPr>
              <a:t>the</a:t>
            </a:r>
          </a:p>
        </p:txBody>
      </p:sp>
      <p:sp>
        <p:nvSpPr>
          <p:cNvPr id="1006" name="Tok5"/>
          <p:cNvSpPr/>
          <p:nvPr/>
        </p:nvSpPr>
        <p:spPr>
          <a:xfrm>
            <a:off x="4419600" y="1841500"/>
            <a:ext cx="723900" cy="406400"/>
          </a:xfrm>
          <a:prstGeom prst="roundRect">
            <a:avLst/>
          </a:prstGeom>
          <a:solidFill>
            <a:srgbClr val="49C5B1"/>
          </a:solidFill>
          <a:ln>
            <a:noFill/>
          </a:ln>
        </p:spPr>
        <p:txBody>
          <a:bodyPr wrap="square" lIns="45720" tIns="45720" rIns="45720" bIns="45720" anchor="ctr"/>
          <a:lstStyle/>
          <a:p>
            <a:pPr algn="ctr"/>
            <a:r>
              <a:rPr lang="en-US" sz="1200" b="1" dirty="0">
                <a:solidFill>
                  <a:srgbClr val="2A446F"/>
                </a:solidFill>
              </a:rPr>
              <a:t>mat</a:t>
            </a:r>
          </a:p>
        </p:txBody>
      </p:sp>
      <p:sp>
        <p:nvSpPr>
          <p:cNvPr id="1007" name="Tok6"/>
          <p:cNvSpPr/>
          <p:nvPr/>
        </p:nvSpPr>
        <p:spPr>
          <a:xfrm>
            <a:off x="5245100" y="1841500"/>
            <a:ext cx="635000" cy="406400"/>
          </a:xfrm>
          <a:prstGeom prst="roundRect">
            <a:avLst/>
          </a:prstGeom>
          <a:solidFill>
            <a:srgbClr val="B9DCD2"/>
          </a:solidFill>
          <a:ln>
            <a:noFill/>
          </a:ln>
        </p:spPr>
        <p:txBody>
          <a:bodyPr wrap="square" lIns="45720" tIns="45720" rIns="45720" bIns="45720" anchor="ctr"/>
          <a:lstStyle/>
          <a:p>
            <a:pPr algn="ctr"/>
            <a:r>
              <a:rPr lang="en-US" sz="1200" b="1" dirty="0">
                <a:solidFill>
                  <a:srgbClr val="2A446F"/>
                </a:solidFill>
              </a:rPr>
              <a:t>.</a:t>
            </a:r>
          </a:p>
        </p:txBody>
      </p:sp>
      <p:sp>
        <p:nvSpPr>
          <p:cNvPr id="1008" name="ArrowIn"/>
          <p:cNvSpPr/>
          <p:nvPr/>
        </p:nvSpPr>
        <p:spPr>
          <a:xfrm>
            <a:off x="6032500" y="1892300"/>
            <a:ext cx="508000" cy="304800"/>
          </a:xfrm>
          <a:prstGeom prst="rightArrow">
            <a:avLst>
              <a:gd name="adj1" fmla="val 50000"/>
              <a:gd name="adj2" fmla="val 50000"/>
            </a:avLst>
          </a:prstGeom>
          <a:solidFill>
            <a:srgbClr val="8DC8E8"/>
          </a:solidFill>
          <a:ln>
            <a:noFill/>
          </a:ln>
        </p:spPr>
        <p:txBody>
          <a:bodyPr/>
          <a:lstStyle/>
          <a:p>
            <a:endParaRPr lang="en-US"/>
          </a:p>
        </p:txBody>
      </p:sp>
      <p:sp>
        <p:nvSpPr>
          <p:cNvPr id="1009" name="ModelBox"/>
          <p:cNvSpPr/>
          <p:nvPr/>
        </p:nvSpPr>
        <p:spPr>
          <a:xfrm>
            <a:off x="6667500" y="1460500"/>
            <a:ext cx="1651000" cy="1143000"/>
          </a:xfrm>
          <a:prstGeom prst="roundRect">
            <a:avLst/>
          </a:prstGeom>
          <a:solidFill>
            <a:srgbClr val="FFFFFF"/>
          </a:solidFill>
          <a:ln w="12700">
            <a:solidFill>
              <a:srgbClr val="8DC8E8"/>
            </a:solidFill>
          </a:ln>
        </p:spPr>
        <p:txBody>
          <a:bodyPr wrap="square" lIns="45720" tIns="45720" rIns="45720" bIns="45720" anchor="ctr"/>
          <a:lstStyle/>
          <a:p>
            <a:pPr algn="ctr"/>
            <a:r>
              <a:rPr lang="en-US" sz="2000" b="1" dirty="0">
                <a:solidFill>
                  <a:srgbClr val="2A446F"/>
                </a:solidFill>
              </a:rPr>
              <a:t>LLM</a:t>
            </a:r>
          </a:p>
        </p:txBody>
      </p:sp>
      <p:sp>
        <p:nvSpPr>
          <p:cNvPr id="1010" name="ModelSub"/>
          <p:cNvSpPr txBox="1"/>
          <p:nvPr/>
        </p:nvSpPr>
        <p:spPr>
          <a:xfrm>
            <a:off x="6667500" y="2247900"/>
            <a:ext cx="1651000" cy="228600"/>
          </a:xfrm>
          <a:prstGeom prst="rect">
            <a:avLst/>
          </a:prstGeom>
          <a:noFill/>
        </p:spPr>
        <p:txBody>
          <a:bodyPr wrap="square" lIns="0" tIns="0" rIns="0" bIns="0" anchor="t"/>
          <a:lstStyle/>
          <a:p>
            <a:pPr algn="ctr"/>
            <a:r>
              <a:rPr lang="en-US" sz="900" dirty="0">
                <a:solidFill>
                  <a:srgbClr val="2A446F"/>
                </a:solidFill>
              </a:rPr>
              <a:t>predicts next token</a:t>
            </a:r>
          </a:p>
        </p:txBody>
      </p:sp>
      <p:sp>
        <p:nvSpPr>
          <p:cNvPr id="1011" name="ArrowOut"/>
          <p:cNvSpPr/>
          <p:nvPr/>
        </p:nvSpPr>
        <p:spPr>
          <a:xfrm>
            <a:off x="8394700" y="1892300"/>
            <a:ext cx="508000" cy="304800"/>
          </a:xfrm>
          <a:prstGeom prst="rightArrow">
            <a:avLst>
              <a:gd name="adj1" fmla="val 50000"/>
              <a:gd name="adj2" fmla="val 50000"/>
            </a:avLst>
          </a:prstGeom>
          <a:solidFill>
            <a:srgbClr val="49C5B1"/>
          </a:solidFill>
          <a:ln>
            <a:noFill/>
          </a:ln>
        </p:spPr>
        <p:txBody>
          <a:bodyPr/>
          <a:lstStyle/>
          <a:p>
            <a:endParaRPr lang="en-US"/>
          </a:p>
        </p:txBody>
      </p:sp>
      <p:sp>
        <p:nvSpPr>
          <p:cNvPr id="1012" name="OutputLabel"/>
          <p:cNvSpPr txBox="1"/>
          <p:nvPr/>
        </p:nvSpPr>
        <p:spPr>
          <a:xfrm>
            <a:off x="9029700" y="1562100"/>
            <a:ext cx="1270000" cy="228600"/>
          </a:xfrm>
          <a:prstGeom prst="rect">
            <a:avLst/>
          </a:prstGeom>
          <a:noFill/>
        </p:spPr>
        <p:txBody>
          <a:bodyPr wrap="square" lIns="0" tIns="0" rIns="0" bIns="0" anchor="t"/>
          <a:lstStyle/>
          <a:p>
            <a:pPr algn="l"/>
            <a:r>
              <a:rPr lang="en-US" sz="1000" b="1" dirty="0">
                <a:solidFill>
                  <a:srgbClr val="B9DCD2"/>
                </a:solidFill>
              </a:rPr>
              <a:t>OUTPUT</a:t>
            </a:r>
          </a:p>
        </p:txBody>
      </p:sp>
      <p:sp>
        <p:nvSpPr>
          <p:cNvPr id="1013" name="RTok0"/>
          <p:cNvSpPr/>
          <p:nvPr/>
        </p:nvSpPr>
        <p:spPr>
          <a:xfrm>
            <a:off x="9029700" y="1841500"/>
            <a:ext cx="635000" cy="406400"/>
          </a:xfrm>
          <a:prstGeom prst="roundRect">
            <a:avLst/>
          </a:prstGeom>
          <a:solidFill>
            <a:srgbClr val="49C5B1"/>
          </a:solidFill>
          <a:ln>
            <a:noFill/>
          </a:ln>
        </p:spPr>
        <p:txBody>
          <a:bodyPr wrap="square" lIns="45720" tIns="45720" rIns="45720" bIns="45720" anchor="ctr"/>
          <a:lstStyle/>
          <a:p>
            <a:pPr algn="ctr"/>
            <a:r>
              <a:rPr lang="en-US" sz="1200" b="1" dirty="0">
                <a:solidFill>
                  <a:srgbClr val="2A446F"/>
                </a:solidFill>
              </a:rPr>
              <a:t>A</a:t>
            </a:r>
          </a:p>
        </p:txBody>
      </p:sp>
      <p:sp>
        <p:nvSpPr>
          <p:cNvPr id="1014" name="RTok1"/>
          <p:cNvSpPr/>
          <p:nvPr/>
        </p:nvSpPr>
        <p:spPr>
          <a:xfrm>
            <a:off x="9766300" y="1841500"/>
            <a:ext cx="723900" cy="406400"/>
          </a:xfrm>
          <a:prstGeom prst="roundRect">
            <a:avLst/>
          </a:prstGeom>
          <a:solidFill>
            <a:srgbClr val="B9DCD2"/>
          </a:solidFill>
          <a:ln>
            <a:noFill/>
          </a:ln>
        </p:spPr>
        <p:txBody>
          <a:bodyPr wrap="square" lIns="45720" tIns="45720" rIns="45720" bIns="45720" anchor="ctr"/>
          <a:lstStyle/>
          <a:p>
            <a:pPr algn="ctr"/>
            <a:r>
              <a:rPr lang="en-US" sz="1200" b="1" dirty="0">
                <a:solidFill>
                  <a:srgbClr val="2A446F"/>
                </a:solidFill>
              </a:rPr>
              <a:t>cat</a:t>
            </a:r>
          </a:p>
        </p:txBody>
      </p:sp>
      <p:sp>
        <p:nvSpPr>
          <p:cNvPr id="1015" name="RTok2"/>
          <p:cNvSpPr/>
          <p:nvPr/>
        </p:nvSpPr>
        <p:spPr>
          <a:xfrm>
            <a:off x="10591800" y="1841500"/>
            <a:ext cx="1003300" cy="406400"/>
          </a:xfrm>
          <a:prstGeom prst="roundRect">
            <a:avLst/>
          </a:prstGeom>
          <a:solidFill>
            <a:srgbClr val="49C5B1"/>
          </a:solidFill>
          <a:ln>
            <a:noFill/>
          </a:ln>
        </p:spPr>
        <p:txBody>
          <a:bodyPr wrap="square" lIns="45720" tIns="45720" rIns="45720" bIns="45720" anchor="ctr"/>
          <a:lstStyle/>
          <a:p>
            <a:pPr algn="ctr"/>
            <a:r>
              <a:rPr lang="en-US" sz="1200" b="1" dirty="0">
                <a:solidFill>
                  <a:srgbClr val="2A446F"/>
                </a:solidFill>
              </a:rPr>
              <a:t>is...</a:t>
            </a:r>
          </a:p>
        </p:txBody>
      </p:sp>
      <p:sp>
        <p:nvSpPr>
          <p:cNvPr id="1016" name="TokenNote"/>
          <p:cNvSpPr txBox="1"/>
          <p:nvPr/>
        </p:nvSpPr>
        <p:spPr>
          <a:xfrm>
            <a:off x="0" y="2730500"/>
            <a:ext cx="12192000" cy="279400"/>
          </a:xfrm>
          <a:prstGeom prst="rect">
            <a:avLst/>
          </a:prstGeom>
          <a:noFill/>
        </p:spPr>
        <p:txBody>
          <a:bodyPr wrap="square" lIns="0" tIns="0" rIns="0" bIns="0" anchor="t"/>
          <a:lstStyle/>
          <a:p>
            <a:pPr algn="ctr"/>
            <a:r>
              <a:rPr lang="en-US" sz="1200" dirty="0">
                <a:solidFill>
                  <a:srgbClr val="FFFFFF"/>
                </a:solidFill>
              </a:rPr>
              <a:t>Every input + output is tokenized first. 1 token ≈ ¾ of a word.</a:t>
            </a:r>
          </a:p>
        </p:txBody>
      </p:sp>
      <p:sp>
        <p:nvSpPr>
          <p:cNvPr id="1017" name="CWHeader"/>
          <p:cNvSpPr txBox="1"/>
          <p:nvPr/>
        </p:nvSpPr>
        <p:spPr>
          <a:xfrm>
            <a:off x="762000" y="3429000"/>
            <a:ext cx="10668000" cy="304800"/>
          </a:xfrm>
          <a:prstGeom prst="rect">
            <a:avLst/>
          </a:prstGeom>
          <a:noFill/>
        </p:spPr>
        <p:txBody>
          <a:bodyPr wrap="square" lIns="0" tIns="0" rIns="0" bIns="0" anchor="t"/>
          <a:lstStyle/>
          <a:p>
            <a:pPr algn="ctr"/>
            <a:r>
              <a:rPr lang="en-US" sz="1400" b="1" dirty="0">
                <a:solidFill>
                  <a:srgbClr val="FFFFFF"/>
                </a:solidFill>
              </a:rPr>
              <a:t>Context window = model's short-term memory (measured in tokens)</a:t>
            </a:r>
          </a:p>
        </p:txBody>
      </p:sp>
      <p:sp>
        <p:nvSpPr>
          <p:cNvPr id="1018" name="FrontierCard"/>
          <p:cNvSpPr/>
          <p:nvPr/>
        </p:nvSpPr>
        <p:spPr>
          <a:xfrm>
            <a:off x="1016000" y="3886200"/>
            <a:ext cx="4826000" cy="1651000"/>
          </a:xfrm>
          <a:prstGeom prst="roundRect">
            <a:avLst>
              <a:gd name="adj" fmla="val 8000"/>
            </a:avLst>
          </a:prstGeom>
          <a:solidFill>
            <a:srgbClr val="1A3052"/>
          </a:solidFill>
          <a:ln w="12700">
            <a:solidFill>
              <a:srgbClr val="0078D3"/>
            </a:solidFill>
          </a:ln>
        </p:spPr>
        <p:txBody>
          <a:bodyPr/>
          <a:lstStyle/>
          <a:p>
            <a:endParaRPr lang="en-US"/>
          </a:p>
        </p:txBody>
      </p:sp>
      <p:sp>
        <p:nvSpPr>
          <p:cNvPr id="1019" name="FrontierTitle"/>
          <p:cNvSpPr txBox="1"/>
          <p:nvPr/>
        </p:nvSpPr>
        <p:spPr>
          <a:xfrm>
            <a:off x="1270000" y="4064000"/>
            <a:ext cx="4318000" cy="279400"/>
          </a:xfrm>
          <a:prstGeom prst="rect">
            <a:avLst/>
          </a:prstGeom>
          <a:noFill/>
        </p:spPr>
        <p:txBody>
          <a:bodyPr wrap="square" lIns="0" tIns="0" rIns="0" bIns="0" anchor="t"/>
          <a:lstStyle/>
          <a:p>
            <a:pPr algn="l"/>
            <a:r>
              <a:rPr lang="en-US" sz="1100" b="1" dirty="0">
                <a:solidFill>
                  <a:srgbClr val="8DC8E8"/>
                </a:solidFill>
              </a:rPr>
              <a:t>FRONTIER MODELS</a:t>
            </a:r>
          </a:p>
        </p:txBody>
      </p:sp>
      <p:sp>
        <p:nvSpPr>
          <p:cNvPr id="1020" name="FrontierBig"/>
          <p:cNvSpPr txBox="1"/>
          <p:nvPr/>
        </p:nvSpPr>
        <p:spPr>
          <a:xfrm>
            <a:off x="1270000" y="4343400"/>
            <a:ext cx="4318000" cy="558800"/>
          </a:xfrm>
          <a:prstGeom prst="rect">
            <a:avLst/>
          </a:prstGeom>
          <a:noFill/>
        </p:spPr>
        <p:txBody>
          <a:bodyPr wrap="square" lIns="0" tIns="0" rIns="0" bIns="0" anchor="t"/>
          <a:lstStyle/>
          <a:p>
            <a:pPr algn="l"/>
            <a:r>
              <a:rPr lang="en-US" sz="3200" b="1" dirty="0">
                <a:solidFill>
                  <a:srgbClr val="FFFFFF"/>
                </a:solidFill>
              </a:rPr>
              <a:t>200K – 1M+</a:t>
            </a:r>
          </a:p>
        </p:txBody>
      </p:sp>
      <p:sp>
        <p:nvSpPr>
          <p:cNvPr id="1021" name="FrontierSub"/>
          <p:cNvSpPr txBox="1"/>
          <p:nvPr/>
        </p:nvSpPr>
        <p:spPr>
          <a:xfrm>
            <a:off x="1270000" y="5029200"/>
            <a:ext cx="4318000" cy="279400"/>
          </a:xfrm>
          <a:prstGeom prst="rect">
            <a:avLst/>
          </a:prstGeom>
          <a:noFill/>
        </p:spPr>
        <p:txBody>
          <a:bodyPr wrap="square" lIns="0" tIns="0" rIns="0" bIns="0" anchor="t"/>
          <a:lstStyle/>
          <a:p>
            <a:pPr algn="l"/>
            <a:r>
              <a:rPr lang="en-US" sz="1100" dirty="0">
                <a:solidFill>
                  <a:srgbClr val="B9DCD2"/>
                </a:solidFill>
              </a:rPr>
              <a:t>tokens (e.g., GPT-5.5, Claude Sonnet 4.6, Gemini 3.1)</a:t>
            </a:r>
          </a:p>
        </p:txBody>
      </p:sp>
      <p:sp>
        <p:nvSpPr>
          <p:cNvPr id="1022" name="CheapCard"/>
          <p:cNvSpPr/>
          <p:nvPr/>
        </p:nvSpPr>
        <p:spPr>
          <a:xfrm>
            <a:off x="6350000" y="3886200"/>
            <a:ext cx="4826000" cy="1651000"/>
          </a:xfrm>
          <a:prstGeom prst="roundRect">
            <a:avLst>
              <a:gd name="adj" fmla="val 8000"/>
            </a:avLst>
          </a:prstGeom>
          <a:solidFill>
            <a:srgbClr val="1A3052"/>
          </a:solidFill>
          <a:ln w="12700">
            <a:solidFill>
              <a:srgbClr val="49C5B1"/>
            </a:solidFill>
          </a:ln>
        </p:spPr>
        <p:txBody>
          <a:bodyPr/>
          <a:lstStyle/>
          <a:p>
            <a:endParaRPr lang="en-US"/>
          </a:p>
        </p:txBody>
      </p:sp>
      <p:sp>
        <p:nvSpPr>
          <p:cNvPr id="1023" name="CheapTitle"/>
          <p:cNvSpPr txBox="1"/>
          <p:nvPr/>
        </p:nvSpPr>
        <p:spPr>
          <a:xfrm>
            <a:off x="6604000" y="4064000"/>
            <a:ext cx="4318000" cy="279400"/>
          </a:xfrm>
          <a:prstGeom prst="rect">
            <a:avLst/>
          </a:prstGeom>
          <a:noFill/>
        </p:spPr>
        <p:txBody>
          <a:bodyPr wrap="square" lIns="0" tIns="0" rIns="0" bIns="0" anchor="t"/>
          <a:lstStyle/>
          <a:p>
            <a:pPr algn="l"/>
            <a:r>
              <a:rPr lang="en-US" sz="1100" b="1" dirty="0">
                <a:solidFill>
                  <a:srgbClr val="B9DCD2"/>
                </a:solidFill>
              </a:rPr>
              <a:t>CHEAPER, FASTER MODELS</a:t>
            </a:r>
          </a:p>
        </p:txBody>
      </p:sp>
      <p:sp>
        <p:nvSpPr>
          <p:cNvPr id="1024" name="CheapBig"/>
          <p:cNvSpPr txBox="1"/>
          <p:nvPr/>
        </p:nvSpPr>
        <p:spPr>
          <a:xfrm>
            <a:off x="6604000" y="4343400"/>
            <a:ext cx="4318000" cy="558800"/>
          </a:xfrm>
          <a:prstGeom prst="rect">
            <a:avLst/>
          </a:prstGeom>
          <a:noFill/>
        </p:spPr>
        <p:txBody>
          <a:bodyPr wrap="square" lIns="0" tIns="0" rIns="0" bIns="0" anchor="t"/>
          <a:lstStyle/>
          <a:p>
            <a:pPr algn="l"/>
            <a:r>
              <a:rPr lang="en-US" sz="3200" b="1" dirty="0">
                <a:solidFill>
                  <a:srgbClr val="FFFFFF"/>
                </a:solidFill>
              </a:rPr>
              <a:t>128K – 200K</a:t>
            </a:r>
          </a:p>
        </p:txBody>
      </p:sp>
      <p:sp>
        <p:nvSpPr>
          <p:cNvPr id="1025" name="CheapSub"/>
          <p:cNvSpPr txBox="1"/>
          <p:nvPr/>
        </p:nvSpPr>
        <p:spPr>
          <a:xfrm>
            <a:off x="6604000" y="5029200"/>
            <a:ext cx="4318000" cy="279400"/>
          </a:xfrm>
          <a:prstGeom prst="rect">
            <a:avLst/>
          </a:prstGeom>
          <a:noFill/>
        </p:spPr>
        <p:txBody>
          <a:bodyPr wrap="square" lIns="0" tIns="0" rIns="0" bIns="0" anchor="t"/>
          <a:lstStyle/>
          <a:p>
            <a:pPr algn="l"/>
            <a:r>
              <a:rPr lang="en-US" sz="1100" dirty="0">
                <a:solidFill>
                  <a:srgbClr val="B9DCD2"/>
                </a:solidFill>
              </a:rPr>
              <a:t>tokens (e.g., GPT-5 mini, Claude Haiku, Gemini Flash)</a:t>
            </a:r>
          </a:p>
        </p:txBody>
      </p:sp>
    </p:spTree>
    <p:extLst>
      <p:ext uri="{BB962C8B-B14F-4D97-AF65-F5344CB8AC3E}">
        <p14:creationId xmlns:p14="http://schemas.microsoft.com/office/powerpoint/2010/main" val="153500181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pPr lvl="0">
              <a:defRPr/>
            </a:pPr>
            <a:r>
              <a:rPr lang="en-US" dirty="0"/>
              <a:t>The context window</a:t>
            </a:r>
            <a:endParaRPr lang="en-US" sz="6000" dirty="0"/>
          </a:p>
        </p:txBody>
      </p:sp>
      <p:sp>
        <p:nvSpPr>
          <p:cNvPr id="2000" name="R"/>
          <p:cNvSpPr/>
          <p:nvPr/>
        </p:nvSpPr>
        <p:spPr>
          <a:xfrm>
            <a:off x="6350000" y="1651000"/>
            <a:ext cx="5207000" cy="10795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2002" name="RT"/>
          <p:cNvSpPr txBox="1"/>
          <p:nvPr/>
        </p:nvSpPr>
        <p:spPr>
          <a:xfrm>
            <a:off x="6502400" y="2041922"/>
            <a:ext cx="4800600" cy="254000"/>
          </a:xfrm>
          <a:prstGeom prst="rect">
            <a:avLst/>
          </a:prstGeom>
          <a:noFill/>
        </p:spPr>
        <p:txBody>
          <a:bodyPr wrap="square" rtlCol="0" anchor="t"/>
          <a:lstStyle/>
          <a:p>
            <a:pPr algn="l"/>
            <a:r>
              <a:rPr lang="en-US" sz="1400" b="1" dirty="0">
                <a:solidFill>
                  <a:srgbClr val="FFFFFF"/>
                </a:solidFill>
              </a:rPr>
              <a:t>No persistent state between chats</a:t>
            </a:r>
          </a:p>
        </p:txBody>
      </p:sp>
      <p:sp>
        <p:nvSpPr>
          <p:cNvPr id="2010" name="R"/>
          <p:cNvSpPr/>
          <p:nvPr/>
        </p:nvSpPr>
        <p:spPr>
          <a:xfrm>
            <a:off x="6350000" y="2794000"/>
            <a:ext cx="5207000" cy="10795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2012" name="RT"/>
          <p:cNvSpPr txBox="1"/>
          <p:nvPr/>
        </p:nvSpPr>
        <p:spPr>
          <a:xfrm>
            <a:off x="6553200" y="3165078"/>
            <a:ext cx="4800600" cy="254000"/>
          </a:xfrm>
          <a:prstGeom prst="rect">
            <a:avLst/>
          </a:prstGeom>
          <a:noFill/>
        </p:spPr>
        <p:txBody>
          <a:bodyPr wrap="square" rtlCol="0" anchor="t"/>
          <a:lstStyle/>
          <a:p>
            <a:pPr algn="l"/>
            <a:r>
              <a:rPr lang="en-US" sz="1400" b="1" dirty="0">
                <a:solidFill>
                  <a:srgbClr val="FFFFFF"/>
                </a:solidFill>
              </a:rPr>
              <a:t>“Context” is the entire chat transcript replayed</a:t>
            </a:r>
          </a:p>
        </p:txBody>
      </p:sp>
      <p:sp>
        <p:nvSpPr>
          <p:cNvPr id="2020" name="R"/>
          <p:cNvSpPr/>
          <p:nvPr/>
        </p:nvSpPr>
        <p:spPr>
          <a:xfrm>
            <a:off x="6350000" y="3937000"/>
            <a:ext cx="5207000" cy="10795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2022" name="RT"/>
          <p:cNvSpPr txBox="1"/>
          <p:nvPr/>
        </p:nvSpPr>
        <p:spPr>
          <a:xfrm>
            <a:off x="6553200" y="4267200"/>
            <a:ext cx="4800600" cy="254000"/>
          </a:xfrm>
          <a:prstGeom prst="rect">
            <a:avLst/>
          </a:prstGeom>
          <a:noFill/>
        </p:spPr>
        <p:txBody>
          <a:bodyPr wrap="square" rtlCol="0" anchor="t"/>
          <a:lstStyle/>
          <a:p>
            <a:pPr algn="l"/>
            <a:r>
              <a:rPr lang="en-US" sz="1400" b="1" dirty="0">
                <a:solidFill>
                  <a:srgbClr val="FFFFFF"/>
                </a:solidFill>
              </a:rPr>
              <a:t>Context window is finite</a:t>
            </a:r>
          </a:p>
        </p:txBody>
      </p:sp>
      <p:sp>
        <p:nvSpPr>
          <p:cNvPr id="2023" name="RB"/>
          <p:cNvSpPr txBox="1"/>
          <p:nvPr/>
        </p:nvSpPr>
        <p:spPr>
          <a:xfrm>
            <a:off x="6553200" y="4546600"/>
            <a:ext cx="4800600" cy="406400"/>
          </a:xfrm>
          <a:prstGeom prst="rect">
            <a:avLst/>
          </a:prstGeom>
          <a:noFill/>
        </p:spPr>
        <p:txBody>
          <a:bodyPr wrap="square" rtlCol="0" anchor="t"/>
          <a:lstStyle/>
          <a:p>
            <a:pPr algn="l"/>
            <a:endParaRPr lang="en-US" sz="1200" dirty="0">
              <a:solidFill>
                <a:srgbClr val="FFFFFF"/>
              </a:solidFill>
            </a:endParaRPr>
          </a:p>
        </p:txBody>
      </p:sp>
      <p:sp>
        <p:nvSpPr>
          <p:cNvPr id="3000" name="PB"/>
          <p:cNvSpPr/>
          <p:nvPr/>
        </p:nvSpPr>
        <p:spPr>
          <a:xfrm>
            <a:off x="635000" y="5080000"/>
            <a:ext cx="10922000" cy="1369576"/>
          </a:xfrm>
          <a:prstGeom prst="roundRect">
            <a:avLst>
              <a:gd name="adj" fmla="val 8000"/>
            </a:avLst>
          </a:prstGeom>
          <a:solidFill>
            <a:srgbClr val="0F2543"/>
          </a:solidFill>
          <a:ln w="12700">
            <a:solidFill>
              <a:srgbClr val="F0B860"/>
            </a:solidFill>
          </a:ln>
        </p:spPr>
        <p:txBody>
          <a:bodyPr wrap="square" rtlCol="0" anchor="t"/>
          <a:lstStyle/>
          <a:p>
            <a:endParaRPr lang="en-US"/>
          </a:p>
        </p:txBody>
      </p:sp>
      <p:sp>
        <p:nvSpPr>
          <p:cNvPr id="3001" name="PBL"/>
          <p:cNvSpPr txBox="1"/>
          <p:nvPr/>
        </p:nvSpPr>
        <p:spPr>
          <a:xfrm>
            <a:off x="889000" y="5232400"/>
            <a:ext cx="10414000" cy="177800"/>
          </a:xfrm>
          <a:prstGeom prst="rect">
            <a:avLst/>
          </a:prstGeom>
          <a:noFill/>
        </p:spPr>
        <p:txBody>
          <a:bodyPr wrap="square" rtlCol="0" anchor="t"/>
          <a:lstStyle/>
          <a:p>
            <a:pPr algn="l"/>
            <a:endParaRPr lang="en-US" sz="1000" b="1" dirty="0">
              <a:solidFill>
                <a:srgbClr val="F0B860"/>
              </a:solidFill>
            </a:endParaRPr>
          </a:p>
        </p:txBody>
      </p:sp>
      <p:sp>
        <p:nvSpPr>
          <p:cNvPr id="3002" name="PBT"/>
          <p:cNvSpPr txBox="1"/>
          <p:nvPr/>
        </p:nvSpPr>
        <p:spPr>
          <a:xfrm>
            <a:off x="889000" y="5461000"/>
            <a:ext cx="10414000" cy="787400"/>
          </a:xfrm>
          <a:prstGeom prst="rect">
            <a:avLst/>
          </a:prstGeom>
          <a:noFill/>
        </p:spPr>
        <p:txBody>
          <a:bodyPr wrap="square" rtlCol="0" anchor="t"/>
          <a:lstStyle/>
          <a:p>
            <a:r>
              <a:rPr lang="en-US" sz="1500" b="1" dirty="0">
                <a:solidFill>
                  <a:srgbClr val="FFFFFF"/>
                </a:solidFill>
              </a:rPr>
              <a:t>There is no memory. </a:t>
            </a:r>
            <a:r>
              <a:rPr lang="en-US" sz="1500" dirty="0">
                <a:solidFill>
                  <a:srgbClr val="FFFFFF"/>
                </a:solidFill>
              </a:rPr>
              <a:t>Anything it knows about you, your repo, or your model lives in the context window.</a:t>
            </a:r>
            <a:r>
              <a:rPr lang="en-US" sz="1500" b="1" dirty="0">
                <a:solidFill>
                  <a:srgbClr val="FFFFFF"/>
                </a:solidFill>
              </a:rPr>
              <a:t> </a:t>
            </a:r>
            <a:r>
              <a:rPr lang="en-US" sz="1600" dirty="0">
                <a:solidFill>
                  <a:srgbClr val="FFFFFF"/>
                </a:solidFill>
              </a:rPr>
              <a:t>Context should live in a file you control: AGENTS.md, a skill, the PBIP repo. Not in conversation history.</a:t>
            </a:r>
          </a:p>
          <a:p>
            <a:pPr algn="l"/>
            <a:endParaRPr lang="en-US" sz="1500" b="1" dirty="0">
              <a:solidFill>
                <a:srgbClr val="FFFFFF"/>
              </a:solidFill>
            </a:endParaRPr>
          </a:p>
        </p:txBody>
      </p:sp>
      <p:pic>
        <p:nvPicPr>
          <p:cNvPr id="3" name="Picture 2" descr="What is Context Engineering">
            <a:extLst>
              <a:ext uri="{FF2B5EF4-FFF2-40B4-BE49-F238E27FC236}">
                <a16:creationId xmlns:a16="http://schemas.microsoft.com/office/drawing/2014/main" id="{A8D637DE-CA07-CEFD-2DB0-7AA79B153C12}"/>
              </a:ext>
            </a:extLst>
          </p:cNvPr>
          <p:cNvPicPr>
            <a:picLocks noChangeAspect="1"/>
          </p:cNvPicPr>
          <p:nvPr/>
        </p:nvPicPr>
        <p:blipFill>
          <a:blip r:embed="rId2"/>
          <a:stretch>
            <a:fillRect/>
          </a:stretch>
        </p:blipFill>
        <p:spPr>
          <a:xfrm>
            <a:off x="686957" y="1738114"/>
            <a:ext cx="5459843" cy="31407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7336006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Agent “memory”</a:t>
            </a:r>
          </a:p>
        </p:txBody>
      </p:sp>
      <p:sp>
        <p:nvSpPr>
          <p:cNvPr id="1100" name="Box"/>
          <p:cNvSpPr/>
          <p:nvPr/>
        </p:nvSpPr>
        <p:spPr>
          <a:xfrm>
            <a:off x="749300" y="1778000"/>
            <a:ext cx="2387600" cy="25400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101" name="Stp"/>
          <p:cNvSpPr txBox="1"/>
          <p:nvPr/>
        </p:nvSpPr>
        <p:spPr>
          <a:xfrm>
            <a:off x="927100" y="1955800"/>
            <a:ext cx="2032000" cy="228600"/>
          </a:xfrm>
          <a:prstGeom prst="rect">
            <a:avLst/>
          </a:prstGeom>
          <a:noFill/>
        </p:spPr>
        <p:txBody>
          <a:bodyPr wrap="square" rtlCol="0" anchor="t"/>
          <a:lstStyle/>
          <a:p>
            <a:pPr algn="l"/>
            <a:r>
              <a:rPr lang="en-US" sz="1000" b="1" dirty="0">
                <a:solidFill>
                  <a:srgbClr val="0078D3"/>
                </a:solidFill>
              </a:rPr>
              <a:t>STEP 1</a:t>
            </a:r>
          </a:p>
        </p:txBody>
      </p:sp>
      <p:sp>
        <p:nvSpPr>
          <p:cNvPr id="1102" name="Tt"/>
          <p:cNvSpPr txBox="1"/>
          <p:nvPr/>
        </p:nvSpPr>
        <p:spPr>
          <a:xfrm>
            <a:off x="927100" y="2260600"/>
            <a:ext cx="2032000" cy="889000"/>
          </a:xfrm>
          <a:prstGeom prst="rect">
            <a:avLst/>
          </a:prstGeom>
          <a:noFill/>
        </p:spPr>
        <p:txBody>
          <a:bodyPr wrap="square" rtlCol="0" anchor="t"/>
          <a:lstStyle/>
          <a:p>
            <a:pPr algn="l"/>
            <a:r>
              <a:rPr lang="en-US" sz="1500" b="1" dirty="0">
                <a:solidFill>
                  <a:srgbClr val="FFFFFF"/>
                </a:solidFill>
              </a:rPr>
              <a:t>You start a new chat</a:t>
            </a:r>
          </a:p>
        </p:txBody>
      </p:sp>
      <p:sp>
        <p:nvSpPr>
          <p:cNvPr id="1103" name="Bd"/>
          <p:cNvSpPr txBox="1"/>
          <p:nvPr/>
        </p:nvSpPr>
        <p:spPr>
          <a:xfrm>
            <a:off x="927100" y="3276600"/>
            <a:ext cx="2032000" cy="889000"/>
          </a:xfrm>
          <a:prstGeom prst="rect">
            <a:avLst/>
          </a:prstGeom>
          <a:noFill/>
        </p:spPr>
        <p:txBody>
          <a:bodyPr wrap="square" rtlCol="0" anchor="t"/>
          <a:lstStyle/>
          <a:p>
            <a:pPr algn="l"/>
            <a:r>
              <a:rPr lang="en-US" sz="1300" dirty="0">
                <a:solidFill>
                  <a:srgbClr val="FFFFFF"/>
                </a:solidFill>
              </a:rPr>
              <a:t>Fresh conversation, no history visible to you.</a:t>
            </a:r>
          </a:p>
        </p:txBody>
      </p:sp>
      <p:sp>
        <p:nvSpPr>
          <p:cNvPr id="1104" name="Arr"/>
          <p:cNvSpPr/>
          <p:nvPr/>
        </p:nvSpPr>
        <p:spPr>
          <a:xfrm>
            <a:off x="3136900" y="2857500"/>
            <a:ext cx="381000" cy="381000"/>
          </a:xfrm>
          <a:prstGeom prst="rightArrow">
            <a:avLst>
              <a:gd name="adj1" fmla="val 50000"/>
              <a:gd name="adj2" fmla="val 60000"/>
            </a:avLst>
          </a:prstGeom>
          <a:solidFill>
            <a:srgbClr val="49C5B1"/>
          </a:solidFill>
          <a:ln>
            <a:noFill/>
          </a:ln>
        </p:spPr>
        <p:txBody>
          <a:bodyPr wrap="square" rtlCol="0" anchor="t"/>
          <a:lstStyle/>
          <a:p>
            <a:endParaRPr lang="en-US"/>
          </a:p>
        </p:txBody>
      </p:sp>
      <p:sp>
        <p:nvSpPr>
          <p:cNvPr id="1105" name="Box"/>
          <p:cNvSpPr/>
          <p:nvPr/>
        </p:nvSpPr>
        <p:spPr>
          <a:xfrm>
            <a:off x="3517900" y="1778000"/>
            <a:ext cx="2387600" cy="25400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1106" name="Stp"/>
          <p:cNvSpPr txBox="1"/>
          <p:nvPr/>
        </p:nvSpPr>
        <p:spPr>
          <a:xfrm>
            <a:off x="3695700" y="1955800"/>
            <a:ext cx="2032000" cy="228600"/>
          </a:xfrm>
          <a:prstGeom prst="rect">
            <a:avLst/>
          </a:prstGeom>
          <a:noFill/>
        </p:spPr>
        <p:txBody>
          <a:bodyPr wrap="square" rtlCol="0" anchor="t"/>
          <a:lstStyle/>
          <a:p>
            <a:pPr algn="l"/>
            <a:r>
              <a:rPr lang="en-US" sz="1000" b="1" dirty="0">
                <a:solidFill>
                  <a:srgbClr val="49C5B1"/>
                </a:solidFill>
              </a:rPr>
              <a:t>STEP 2</a:t>
            </a:r>
          </a:p>
        </p:txBody>
      </p:sp>
      <p:sp>
        <p:nvSpPr>
          <p:cNvPr id="1107" name="Tt"/>
          <p:cNvSpPr txBox="1"/>
          <p:nvPr/>
        </p:nvSpPr>
        <p:spPr>
          <a:xfrm>
            <a:off x="3695700" y="2260600"/>
            <a:ext cx="2032000" cy="889000"/>
          </a:xfrm>
          <a:prstGeom prst="rect">
            <a:avLst/>
          </a:prstGeom>
          <a:noFill/>
        </p:spPr>
        <p:txBody>
          <a:bodyPr wrap="square" rtlCol="0" anchor="t"/>
          <a:lstStyle/>
          <a:p>
            <a:pPr algn="l"/>
            <a:r>
              <a:rPr lang="en-US" sz="1500" b="1" dirty="0">
                <a:solidFill>
                  <a:srgbClr val="FFFFFF"/>
                </a:solidFill>
              </a:rPr>
              <a:t>System searches saved “memories”</a:t>
            </a:r>
          </a:p>
        </p:txBody>
      </p:sp>
      <p:sp>
        <p:nvSpPr>
          <p:cNvPr id="1108" name="Bd"/>
          <p:cNvSpPr txBox="1"/>
          <p:nvPr/>
        </p:nvSpPr>
        <p:spPr>
          <a:xfrm>
            <a:off x="3695700" y="3276600"/>
            <a:ext cx="2032000" cy="889000"/>
          </a:xfrm>
          <a:prstGeom prst="rect">
            <a:avLst/>
          </a:prstGeom>
          <a:noFill/>
        </p:spPr>
        <p:txBody>
          <a:bodyPr wrap="square" rtlCol="0" anchor="t"/>
          <a:lstStyle/>
          <a:p>
            <a:pPr algn="l"/>
            <a:r>
              <a:rPr lang="en-US" sz="1300" dirty="0">
                <a:solidFill>
                  <a:srgbClr val="FFFFFF"/>
                </a:solidFill>
              </a:rPr>
              <a:t>Looks for relevant snippets from past conversations.</a:t>
            </a:r>
          </a:p>
        </p:txBody>
      </p:sp>
      <p:sp>
        <p:nvSpPr>
          <p:cNvPr id="1109" name="Arr"/>
          <p:cNvSpPr/>
          <p:nvPr/>
        </p:nvSpPr>
        <p:spPr>
          <a:xfrm>
            <a:off x="5905500" y="2857500"/>
            <a:ext cx="381000" cy="381000"/>
          </a:xfrm>
          <a:prstGeom prst="rightArrow">
            <a:avLst>
              <a:gd name="adj1" fmla="val 50000"/>
              <a:gd name="adj2" fmla="val 60000"/>
            </a:avLst>
          </a:prstGeom>
          <a:solidFill>
            <a:srgbClr val="49C5B1"/>
          </a:solidFill>
          <a:ln>
            <a:noFill/>
          </a:ln>
        </p:spPr>
        <p:txBody>
          <a:bodyPr wrap="square" rtlCol="0" anchor="t"/>
          <a:lstStyle/>
          <a:p>
            <a:endParaRPr lang="en-US"/>
          </a:p>
        </p:txBody>
      </p:sp>
      <p:sp>
        <p:nvSpPr>
          <p:cNvPr id="1110" name="Box"/>
          <p:cNvSpPr/>
          <p:nvPr/>
        </p:nvSpPr>
        <p:spPr>
          <a:xfrm>
            <a:off x="6286500" y="1778000"/>
            <a:ext cx="2387600" cy="2540000"/>
          </a:xfrm>
          <a:prstGeom prst="roundRect">
            <a:avLst>
              <a:gd name="adj" fmla="val 8000"/>
            </a:avLst>
          </a:prstGeom>
          <a:solidFill>
            <a:srgbClr val="1A3052"/>
          </a:solidFill>
          <a:ln w="12700">
            <a:solidFill>
              <a:srgbClr val="8DC8E8"/>
            </a:solidFill>
          </a:ln>
        </p:spPr>
        <p:txBody>
          <a:bodyPr wrap="square" rtlCol="0" anchor="t"/>
          <a:lstStyle/>
          <a:p>
            <a:endParaRPr lang="en-US"/>
          </a:p>
        </p:txBody>
      </p:sp>
      <p:sp>
        <p:nvSpPr>
          <p:cNvPr id="1111" name="Stp"/>
          <p:cNvSpPr txBox="1"/>
          <p:nvPr/>
        </p:nvSpPr>
        <p:spPr>
          <a:xfrm>
            <a:off x="6464300" y="1955800"/>
            <a:ext cx="2032000" cy="228600"/>
          </a:xfrm>
          <a:prstGeom prst="rect">
            <a:avLst/>
          </a:prstGeom>
          <a:noFill/>
        </p:spPr>
        <p:txBody>
          <a:bodyPr wrap="square" rtlCol="0" anchor="t"/>
          <a:lstStyle/>
          <a:p>
            <a:pPr algn="l"/>
            <a:r>
              <a:rPr lang="en-US" sz="1000" b="1" dirty="0">
                <a:solidFill>
                  <a:srgbClr val="8DC8E8"/>
                </a:solidFill>
              </a:rPr>
              <a:t>STEP 3</a:t>
            </a:r>
          </a:p>
        </p:txBody>
      </p:sp>
      <p:sp>
        <p:nvSpPr>
          <p:cNvPr id="1112" name="Tt"/>
          <p:cNvSpPr txBox="1"/>
          <p:nvPr/>
        </p:nvSpPr>
        <p:spPr>
          <a:xfrm>
            <a:off x="6464300" y="2260600"/>
            <a:ext cx="2032000" cy="889000"/>
          </a:xfrm>
          <a:prstGeom prst="rect">
            <a:avLst/>
          </a:prstGeom>
          <a:noFill/>
        </p:spPr>
        <p:txBody>
          <a:bodyPr wrap="square" rtlCol="0" anchor="t"/>
          <a:lstStyle/>
          <a:p>
            <a:r>
              <a:rPr lang="en-US" sz="1500" b="1" dirty="0">
                <a:solidFill>
                  <a:srgbClr val="FFFFFF"/>
                </a:solidFill>
              </a:rPr>
              <a:t>“Memories” inserted into context</a:t>
            </a:r>
          </a:p>
        </p:txBody>
      </p:sp>
      <p:sp>
        <p:nvSpPr>
          <p:cNvPr id="1113" name="Bd"/>
          <p:cNvSpPr txBox="1"/>
          <p:nvPr/>
        </p:nvSpPr>
        <p:spPr>
          <a:xfrm>
            <a:off x="6464300" y="3276600"/>
            <a:ext cx="2032000" cy="889000"/>
          </a:xfrm>
          <a:prstGeom prst="rect">
            <a:avLst/>
          </a:prstGeom>
          <a:noFill/>
        </p:spPr>
        <p:txBody>
          <a:bodyPr wrap="square" rtlCol="0" anchor="t"/>
          <a:lstStyle/>
          <a:p>
            <a:pPr algn="l"/>
            <a:r>
              <a:rPr lang="en-US" sz="1300" dirty="0">
                <a:solidFill>
                  <a:srgbClr val="FFFFFF"/>
                </a:solidFill>
              </a:rPr>
              <a:t>These are already included before or with your first message.</a:t>
            </a:r>
          </a:p>
        </p:txBody>
      </p:sp>
      <p:sp>
        <p:nvSpPr>
          <p:cNvPr id="1114" name="Arr"/>
          <p:cNvSpPr/>
          <p:nvPr/>
        </p:nvSpPr>
        <p:spPr>
          <a:xfrm>
            <a:off x="8674100" y="2857500"/>
            <a:ext cx="381000" cy="381000"/>
          </a:xfrm>
          <a:prstGeom prst="rightArrow">
            <a:avLst>
              <a:gd name="adj1" fmla="val 50000"/>
              <a:gd name="adj2" fmla="val 60000"/>
            </a:avLst>
          </a:prstGeom>
          <a:solidFill>
            <a:srgbClr val="49C5B1"/>
          </a:solidFill>
          <a:ln>
            <a:noFill/>
          </a:ln>
        </p:spPr>
        <p:txBody>
          <a:bodyPr wrap="square" rtlCol="0" anchor="t"/>
          <a:lstStyle/>
          <a:p>
            <a:endParaRPr lang="en-US"/>
          </a:p>
        </p:txBody>
      </p:sp>
      <p:sp>
        <p:nvSpPr>
          <p:cNvPr id="1115" name="Box"/>
          <p:cNvSpPr/>
          <p:nvPr/>
        </p:nvSpPr>
        <p:spPr>
          <a:xfrm>
            <a:off x="9055100" y="1778000"/>
            <a:ext cx="2387600" cy="2540000"/>
          </a:xfrm>
          <a:prstGeom prst="roundRect">
            <a:avLst>
              <a:gd name="adj" fmla="val 8000"/>
            </a:avLst>
          </a:prstGeom>
          <a:solidFill>
            <a:srgbClr val="1A3052"/>
          </a:solidFill>
          <a:ln w="12700">
            <a:solidFill>
              <a:srgbClr val="B9DCD2"/>
            </a:solidFill>
          </a:ln>
        </p:spPr>
        <p:txBody>
          <a:bodyPr wrap="square" rtlCol="0" anchor="t"/>
          <a:lstStyle/>
          <a:p>
            <a:endParaRPr lang="en-US"/>
          </a:p>
        </p:txBody>
      </p:sp>
      <p:sp>
        <p:nvSpPr>
          <p:cNvPr id="1116" name="Stp"/>
          <p:cNvSpPr txBox="1"/>
          <p:nvPr/>
        </p:nvSpPr>
        <p:spPr>
          <a:xfrm>
            <a:off x="9232900" y="1955800"/>
            <a:ext cx="2032000" cy="228600"/>
          </a:xfrm>
          <a:prstGeom prst="rect">
            <a:avLst/>
          </a:prstGeom>
          <a:noFill/>
        </p:spPr>
        <p:txBody>
          <a:bodyPr wrap="square" rtlCol="0" anchor="t"/>
          <a:lstStyle/>
          <a:p>
            <a:pPr algn="l"/>
            <a:r>
              <a:rPr lang="en-US" sz="1000" b="1" dirty="0">
                <a:solidFill>
                  <a:srgbClr val="B9DCD2"/>
                </a:solidFill>
              </a:rPr>
              <a:t>STEP 4</a:t>
            </a:r>
          </a:p>
        </p:txBody>
      </p:sp>
      <p:sp>
        <p:nvSpPr>
          <p:cNvPr id="1117" name="Tt"/>
          <p:cNvSpPr txBox="1"/>
          <p:nvPr/>
        </p:nvSpPr>
        <p:spPr>
          <a:xfrm>
            <a:off x="9232900" y="2260600"/>
            <a:ext cx="2032000" cy="889000"/>
          </a:xfrm>
          <a:prstGeom prst="rect">
            <a:avLst/>
          </a:prstGeom>
          <a:noFill/>
        </p:spPr>
        <p:txBody>
          <a:bodyPr wrap="square" rtlCol="0" anchor="t"/>
          <a:lstStyle/>
          <a:p>
            <a:pPr algn="l"/>
            <a:r>
              <a:rPr lang="en-US" sz="1500" b="1" dirty="0">
                <a:solidFill>
                  <a:srgbClr val="FFFFFF"/>
                </a:solidFill>
              </a:rPr>
              <a:t>Model sees expanded context</a:t>
            </a:r>
          </a:p>
        </p:txBody>
      </p:sp>
      <p:sp>
        <p:nvSpPr>
          <p:cNvPr id="1118" name="Bd"/>
          <p:cNvSpPr txBox="1"/>
          <p:nvPr/>
        </p:nvSpPr>
        <p:spPr>
          <a:xfrm>
            <a:off x="9232900" y="3276600"/>
            <a:ext cx="2032000" cy="889000"/>
          </a:xfrm>
          <a:prstGeom prst="rect">
            <a:avLst/>
          </a:prstGeom>
          <a:noFill/>
        </p:spPr>
        <p:txBody>
          <a:bodyPr wrap="square" rtlCol="0" anchor="t"/>
          <a:lstStyle/>
          <a:p>
            <a:pPr algn="l"/>
            <a:r>
              <a:rPr lang="en-US" sz="1300" dirty="0">
                <a:solidFill>
                  <a:srgbClr val="FFFFFF"/>
                </a:solidFill>
              </a:rPr>
              <a:t>Responds as if it "remembers" — it's just reading text.</a:t>
            </a:r>
          </a:p>
        </p:txBody>
      </p:sp>
      <p:sp>
        <p:nvSpPr>
          <p:cNvPr id="1510" name="TC2"/>
          <p:cNvSpPr/>
          <p:nvPr/>
        </p:nvSpPr>
        <p:spPr>
          <a:xfrm>
            <a:off x="3409950" y="4665980"/>
            <a:ext cx="5372100" cy="1651000"/>
          </a:xfrm>
          <a:prstGeom prst="roundRect">
            <a:avLst>
              <a:gd name="adj" fmla="val 8000"/>
            </a:avLst>
          </a:prstGeom>
          <a:solidFill>
            <a:srgbClr val="0F2543"/>
          </a:solidFill>
          <a:ln w="12700">
            <a:solidFill>
              <a:srgbClr val="49C5B1"/>
            </a:solidFill>
          </a:ln>
        </p:spPr>
        <p:txBody>
          <a:bodyPr wrap="square" rtlCol="0" anchor="t"/>
          <a:lstStyle/>
          <a:p>
            <a:endParaRPr lang="en-US"/>
          </a:p>
        </p:txBody>
      </p:sp>
      <p:sp>
        <p:nvSpPr>
          <p:cNvPr id="1511" name="T2L"/>
          <p:cNvSpPr txBox="1"/>
          <p:nvPr/>
        </p:nvSpPr>
        <p:spPr>
          <a:xfrm>
            <a:off x="3638550" y="4843780"/>
            <a:ext cx="4914900" cy="203200"/>
          </a:xfrm>
          <a:prstGeom prst="rect">
            <a:avLst/>
          </a:prstGeom>
          <a:noFill/>
        </p:spPr>
        <p:txBody>
          <a:bodyPr wrap="square" rtlCol="0" anchor="t"/>
          <a:lstStyle/>
          <a:p>
            <a:pPr algn="l"/>
            <a:r>
              <a:rPr lang="en-US" sz="1000" b="1" dirty="0">
                <a:solidFill>
                  <a:srgbClr val="49C5B1"/>
                </a:solidFill>
              </a:rPr>
              <a:t>DO INSTEAD</a:t>
            </a:r>
          </a:p>
        </p:txBody>
      </p:sp>
      <p:sp>
        <p:nvSpPr>
          <p:cNvPr id="1512" name="T2T"/>
          <p:cNvSpPr txBox="1"/>
          <p:nvPr/>
        </p:nvSpPr>
        <p:spPr>
          <a:xfrm>
            <a:off x="3638550" y="5097780"/>
            <a:ext cx="4914900" cy="355600"/>
          </a:xfrm>
          <a:prstGeom prst="rect">
            <a:avLst/>
          </a:prstGeom>
          <a:noFill/>
        </p:spPr>
        <p:txBody>
          <a:bodyPr wrap="square" rtlCol="0" anchor="t"/>
          <a:lstStyle/>
          <a:p>
            <a:pPr algn="l"/>
            <a:r>
              <a:rPr lang="en-US" sz="1500" b="1" dirty="0">
                <a:solidFill>
                  <a:srgbClr val="FFFFFF"/>
                </a:solidFill>
              </a:rPr>
              <a:t>Put it in your project</a:t>
            </a:r>
          </a:p>
        </p:txBody>
      </p:sp>
      <p:sp>
        <p:nvSpPr>
          <p:cNvPr id="1513" name="T2B"/>
          <p:cNvSpPr txBox="1"/>
          <p:nvPr/>
        </p:nvSpPr>
        <p:spPr>
          <a:xfrm>
            <a:off x="3638550" y="5504180"/>
            <a:ext cx="4914900" cy="762000"/>
          </a:xfrm>
          <a:prstGeom prst="rect">
            <a:avLst/>
          </a:prstGeom>
          <a:noFill/>
        </p:spPr>
        <p:txBody>
          <a:bodyPr wrap="square" rtlCol="0" anchor="t"/>
          <a:lstStyle/>
          <a:p>
            <a:pPr algn="l"/>
            <a:r>
              <a:rPr lang="en-US" sz="1300" dirty="0">
                <a:solidFill>
                  <a:srgbClr val="FFFFFF"/>
                </a:solidFill>
              </a:rPr>
              <a:t>Model conventions, BPA rules, refresh procedures belong in AGENTS.md, documentation, or skills, not in vendor-managed "memory."</a:t>
            </a:r>
          </a:p>
        </p:txBody>
      </p:sp>
    </p:spTree>
    <p:extLst>
      <p:ext uri="{BB962C8B-B14F-4D97-AF65-F5344CB8AC3E}">
        <p14:creationId xmlns:p14="http://schemas.microsoft.com/office/powerpoint/2010/main" val="212839347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The system prompt</a:t>
            </a:r>
          </a:p>
        </p:txBody>
      </p:sp>
      <p:sp>
        <p:nvSpPr>
          <p:cNvPr id="1000" name="L1"/>
          <p:cNvSpPr txBox="1"/>
          <p:nvPr/>
        </p:nvSpPr>
        <p:spPr>
          <a:xfrm>
            <a:off x="635000" y="1333500"/>
            <a:ext cx="5334000" cy="228600"/>
          </a:xfrm>
          <a:prstGeom prst="rect">
            <a:avLst/>
          </a:prstGeom>
          <a:noFill/>
        </p:spPr>
        <p:txBody>
          <a:bodyPr wrap="square" rtlCol="0" anchor="t"/>
          <a:lstStyle/>
          <a:p>
            <a:pPr algn="l"/>
            <a:r>
              <a:rPr lang="en-US" sz="1000" b="1" dirty="0">
                <a:solidFill>
                  <a:srgbClr val="0078D3"/>
                </a:solidFill>
              </a:rPr>
              <a:t>ANATOMY OF A SYSTEM PROMPT</a:t>
            </a:r>
          </a:p>
        </p:txBody>
      </p:sp>
      <p:sp>
        <p:nvSpPr>
          <p:cNvPr id="1001" name="Panel"/>
          <p:cNvSpPr/>
          <p:nvPr/>
        </p:nvSpPr>
        <p:spPr>
          <a:xfrm>
            <a:off x="635000" y="1625600"/>
            <a:ext cx="5334000" cy="46990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100" name="Layer"/>
          <p:cNvSpPr/>
          <p:nvPr/>
        </p:nvSpPr>
        <p:spPr>
          <a:xfrm>
            <a:off x="889000" y="1879600"/>
            <a:ext cx="4826000" cy="762000"/>
          </a:xfrm>
          <a:prstGeom prst="roundRect">
            <a:avLst>
              <a:gd name="adj" fmla="val 8000"/>
            </a:avLst>
          </a:prstGeom>
          <a:solidFill>
            <a:srgbClr val="0F2543"/>
          </a:solidFill>
          <a:ln w="9525">
            <a:solidFill>
              <a:srgbClr val="0078D3"/>
            </a:solidFill>
          </a:ln>
        </p:spPr>
        <p:txBody>
          <a:bodyPr wrap="square" rtlCol="0" anchor="t"/>
          <a:lstStyle/>
          <a:p>
            <a:endParaRPr lang="en-US"/>
          </a:p>
        </p:txBody>
      </p:sp>
      <p:sp>
        <p:nvSpPr>
          <p:cNvPr id="1101" name="LL"/>
          <p:cNvSpPr txBox="1"/>
          <p:nvPr/>
        </p:nvSpPr>
        <p:spPr>
          <a:xfrm>
            <a:off x="1092200" y="1981200"/>
            <a:ext cx="4419600" cy="203200"/>
          </a:xfrm>
          <a:prstGeom prst="rect">
            <a:avLst/>
          </a:prstGeom>
          <a:noFill/>
        </p:spPr>
        <p:txBody>
          <a:bodyPr wrap="square" rtlCol="0" anchor="t"/>
          <a:lstStyle/>
          <a:p>
            <a:pPr algn="l"/>
            <a:r>
              <a:rPr lang="en-US" sz="1000" b="1" dirty="0">
                <a:solidFill>
                  <a:srgbClr val="0078D3"/>
                </a:solidFill>
              </a:rPr>
              <a:t>PERSONA</a:t>
            </a:r>
          </a:p>
        </p:txBody>
      </p:sp>
      <p:sp>
        <p:nvSpPr>
          <p:cNvPr id="1102" name="LD"/>
          <p:cNvSpPr txBox="1"/>
          <p:nvPr/>
        </p:nvSpPr>
        <p:spPr>
          <a:xfrm>
            <a:off x="1092200" y="2235200"/>
            <a:ext cx="4419600" cy="279400"/>
          </a:xfrm>
          <a:prstGeom prst="rect">
            <a:avLst/>
          </a:prstGeom>
          <a:noFill/>
        </p:spPr>
        <p:txBody>
          <a:bodyPr wrap="square" rtlCol="0" anchor="t"/>
          <a:lstStyle/>
          <a:p>
            <a:pPr algn="l"/>
            <a:r>
              <a:rPr lang="en-US" sz="1300" dirty="0">
                <a:solidFill>
                  <a:srgbClr val="FFFFFF"/>
                </a:solidFill>
              </a:rPr>
              <a:t>You are Claude, a helpful AI...</a:t>
            </a:r>
          </a:p>
        </p:txBody>
      </p:sp>
      <p:sp>
        <p:nvSpPr>
          <p:cNvPr id="1103" name="Layer"/>
          <p:cNvSpPr/>
          <p:nvPr/>
        </p:nvSpPr>
        <p:spPr>
          <a:xfrm>
            <a:off x="889000" y="2743200"/>
            <a:ext cx="4826000" cy="762000"/>
          </a:xfrm>
          <a:prstGeom prst="roundRect">
            <a:avLst>
              <a:gd name="adj" fmla="val 8000"/>
            </a:avLst>
          </a:prstGeom>
          <a:solidFill>
            <a:srgbClr val="0F2543"/>
          </a:solidFill>
          <a:ln w="9525">
            <a:solidFill>
              <a:srgbClr val="49C5B1"/>
            </a:solidFill>
          </a:ln>
        </p:spPr>
        <p:txBody>
          <a:bodyPr wrap="square" rtlCol="0" anchor="t"/>
          <a:lstStyle/>
          <a:p>
            <a:endParaRPr lang="en-US"/>
          </a:p>
        </p:txBody>
      </p:sp>
      <p:sp>
        <p:nvSpPr>
          <p:cNvPr id="1104" name="LL"/>
          <p:cNvSpPr txBox="1"/>
          <p:nvPr/>
        </p:nvSpPr>
        <p:spPr>
          <a:xfrm>
            <a:off x="1092200" y="2844800"/>
            <a:ext cx="4419600" cy="203200"/>
          </a:xfrm>
          <a:prstGeom prst="rect">
            <a:avLst/>
          </a:prstGeom>
          <a:noFill/>
        </p:spPr>
        <p:txBody>
          <a:bodyPr wrap="square" rtlCol="0" anchor="t"/>
          <a:lstStyle/>
          <a:p>
            <a:pPr algn="l"/>
            <a:r>
              <a:rPr lang="en-US" sz="1000" b="1" dirty="0">
                <a:solidFill>
                  <a:srgbClr val="49C5B1"/>
                </a:solidFill>
              </a:rPr>
              <a:t>TOOLS</a:t>
            </a:r>
          </a:p>
        </p:txBody>
      </p:sp>
      <p:sp>
        <p:nvSpPr>
          <p:cNvPr id="1105" name="LD"/>
          <p:cNvSpPr txBox="1"/>
          <p:nvPr/>
        </p:nvSpPr>
        <p:spPr>
          <a:xfrm>
            <a:off x="1092200" y="3098800"/>
            <a:ext cx="4419600" cy="279400"/>
          </a:xfrm>
          <a:prstGeom prst="rect">
            <a:avLst/>
          </a:prstGeom>
          <a:noFill/>
        </p:spPr>
        <p:txBody>
          <a:bodyPr wrap="square" rtlCol="0" anchor="t"/>
          <a:lstStyle/>
          <a:p>
            <a:pPr algn="l"/>
            <a:r>
              <a:rPr lang="en-US" sz="1300" dirty="0">
                <a:solidFill>
                  <a:srgbClr val="FFFFFF"/>
                </a:solidFill>
              </a:rPr>
              <a:t>&lt;bash&gt;, &lt;file_read&gt;, &lt;web_search&gt;...</a:t>
            </a:r>
          </a:p>
        </p:txBody>
      </p:sp>
      <p:sp>
        <p:nvSpPr>
          <p:cNvPr id="1106" name="Layer"/>
          <p:cNvSpPr/>
          <p:nvPr/>
        </p:nvSpPr>
        <p:spPr>
          <a:xfrm>
            <a:off x="889000" y="3606800"/>
            <a:ext cx="4826000" cy="762000"/>
          </a:xfrm>
          <a:prstGeom prst="roundRect">
            <a:avLst>
              <a:gd name="adj" fmla="val 8000"/>
            </a:avLst>
          </a:prstGeom>
          <a:solidFill>
            <a:srgbClr val="0F2543"/>
          </a:solidFill>
          <a:ln w="9525">
            <a:solidFill>
              <a:srgbClr val="8DC8E8"/>
            </a:solidFill>
          </a:ln>
        </p:spPr>
        <p:txBody>
          <a:bodyPr wrap="square" rtlCol="0" anchor="t"/>
          <a:lstStyle/>
          <a:p>
            <a:endParaRPr lang="en-US"/>
          </a:p>
        </p:txBody>
      </p:sp>
      <p:sp>
        <p:nvSpPr>
          <p:cNvPr id="1107" name="LL"/>
          <p:cNvSpPr txBox="1"/>
          <p:nvPr/>
        </p:nvSpPr>
        <p:spPr>
          <a:xfrm>
            <a:off x="1092200" y="3708400"/>
            <a:ext cx="4419600" cy="203200"/>
          </a:xfrm>
          <a:prstGeom prst="rect">
            <a:avLst/>
          </a:prstGeom>
          <a:noFill/>
        </p:spPr>
        <p:txBody>
          <a:bodyPr wrap="square" rtlCol="0" anchor="t"/>
          <a:lstStyle/>
          <a:p>
            <a:pPr algn="l"/>
            <a:r>
              <a:rPr lang="en-US" sz="1000" b="1" dirty="0">
                <a:solidFill>
                  <a:srgbClr val="8DC8E8"/>
                </a:solidFill>
              </a:rPr>
              <a:t>SAFETY RULES</a:t>
            </a:r>
          </a:p>
        </p:txBody>
      </p:sp>
      <p:sp>
        <p:nvSpPr>
          <p:cNvPr id="1108" name="LD"/>
          <p:cNvSpPr txBox="1"/>
          <p:nvPr/>
        </p:nvSpPr>
        <p:spPr>
          <a:xfrm>
            <a:off x="1092200" y="3962400"/>
            <a:ext cx="4419600" cy="279400"/>
          </a:xfrm>
          <a:prstGeom prst="rect">
            <a:avLst/>
          </a:prstGeom>
          <a:noFill/>
        </p:spPr>
        <p:txBody>
          <a:bodyPr wrap="square" rtlCol="0" anchor="t"/>
          <a:lstStyle/>
          <a:p>
            <a:pPr algn="l"/>
            <a:r>
              <a:rPr lang="en-US" sz="1300" dirty="0">
                <a:solidFill>
                  <a:srgbClr val="FFFFFF"/>
                </a:solidFill>
              </a:rPr>
              <a:t>Refuse harmful requests, cite sources</a:t>
            </a:r>
          </a:p>
        </p:txBody>
      </p:sp>
      <p:sp>
        <p:nvSpPr>
          <p:cNvPr id="1109" name="Layer"/>
          <p:cNvSpPr/>
          <p:nvPr/>
        </p:nvSpPr>
        <p:spPr>
          <a:xfrm>
            <a:off x="889000" y="4470400"/>
            <a:ext cx="4826000" cy="762000"/>
          </a:xfrm>
          <a:prstGeom prst="roundRect">
            <a:avLst>
              <a:gd name="adj" fmla="val 8000"/>
            </a:avLst>
          </a:prstGeom>
          <a:solidFill>
            <a:srgbClr val="0F2543"/>
          </a:solidFill>
          <a:ln w="9525">
            <a:solidFill>
              <a:srgbClr val="B9DCD2"/>
            </a:solidFill>
          </a:ln>
        </p:spPr>
        <p:txBody>
          <a:bodyPr wrap="square" rtlCol="0" anchor="t"/>
          <a:lstStyle/>
          <a:p>
            <a:endParaRPr lang="en-US"/>
          </a:p>
        </p:txBody>
      </p:sp>
      <p:sp>
        <p:nvSpPr>
          <p:cNvPr id="1110" name="LL"/>
          <p:cNvSpPr txBox="1"/>
          <p:nvPr/>
        </p:nvSpPr>
        <p:spPr>
          <a:xfrm>
            <a:off x="1092200" y="4572000"/>
            <a:ext cx="4419600" cy="203200"/>
          </a:xfrm>
          <a:prstGeom prst="rect">
            <a:avLst/>
          </a:prstGeom>
          <a:noFill/>
        </p:spPr>
        <p:txBody>
          <a:bodyPr wrap="square" rtlCol="0" anchor="t"/>
          <a:lstStyle/>
          <a:p>
            <a:pPr algn="l"/>
            <a:r>
              <a:rPr lang="en-US" sz="1000" b="1" dirty="0">
                <a:solidFill>
                  <a:srgbClr val="B9DCD2"/>
                </a:solidFill>
              </a:rPr>
              <a:t>FORMATTING</a:t>
            </a:r>
          </a:p>
        </p:txBody>
      </p:sp>
      <p:sp>
        <p:nvSpPr>
          <p:cNvPr id="1111" name="LD"/>
          <p:cNvSpPr txBox="1"/>
          <p:nvPr/>
        </p:nvSpPr>
        <p:spPr>
          <a:xfrm>
            <a:off x="1092200" y="4826000"/>
            <a:ext cx="4419600" cy="279400"/>
          </a:xfrm>
          <a:prstGeom prst="rect">
            <a:avLst/>
          </a:prstGeom>
          <a:noFill/>
        </p:spPr>
        <p:txBody>
          <a:bodyPr wrap="square" rtlCol="0" anchor="t"/>
          <a:lstStyle/>
          <a:p>
            <a:pPr algn="l"/>
            <a:r>
              <a:rPr lang="en-US" sz="1300" dirty="0">
                <a:solidFill>
                  <a:srgbClr val="FFFFFF"/>
                </a:solidFill>
              </a:rPr>
              <a:t>Use markdown</a:t>
            </a:r>
          </a:p>
        </p:txBody>
      </p:sp>
      <p:sp>
        <p:nvSpPr>
          <p:cNvPr id="1112" name="Layer"/>
          <p:cNvSpPr/>
          <p:nvPr/>
        </p:nvSpPr>
        <p:spPr>
          <a:xfrm>
            <a:off x="889000" y="5334000"/>
            <a:ext cx="4826000" cy="762000"/>
          </a:xfrm>
          <a:prstGeom prst="roundRect">
            <a:avLst>
              <a:gd name="adj" fmla="val 8000"/>
            </a:avLst>
          </a:prstGeom>
          <a:solidFill>
            <a:srgbClr val="0F2543"/>
          </a:solidFill>
          <a:ln w="9525">
            <a:solidFill>
              <a:srgbClr val="F0B860"/>
            </a:solidFill>
          </a:ln>
        </p:spPr>
        <p:txBody>
          <a:bodyPr wrap="square" rtlCol="0" anchor="t"/>
          <a:lstStyle/>
          <a:p>
            <a:endParaRPr lang="en-US"/>
          </a:p>
        </p:txBody>
      </p:sp>
      <p:sp>
        <p:nvSpPr>
          <p:cNvPr id="1113" name="LL"/>
          <p:cNvSpPr txBox="1"/>
          <p:nvPr/>
        </p:nvSpPr>
        <p:spPr>
          <a:xfrm>
            <a:off x="1092200" y="5435600"/>
            <a:ext cx="4419600" cy="203200"/>
          </a:xfrm>
          <a:prstGeom prst="rect">
            <a:avLst/>
          </a:prstGeom>
          <a:noFill/>
        </p:spPr>
        <p:txBody>
          <a:bodyPr wrap="square" rtlCol="0" anchor="t"/>
          <a:lstStyle/>
          <a:p>
            <a:pPr algn="l"/>
            <a:r>
              <a:rPr lang="en-US" sz="1000" b="1" dirty="0">
                <a:solidFill>
                  <a:srgbClr val="F0B860"/>
                </a:solidFill>
              </a:rPr>
              <a:t>DEFAULT BEHAVIOR</a:t>
            </a:r>
          </a:p>
        </p:txBody>
      </p:sp>
      <p:sp>
        <p:nvSpPr>
          <p:cNvPr id="1114" name="LD"/>
          <p:cNvSpPr txBox="1"/>
          <p:nvPr/>
        </p:nvSpPr>
        <p:spPr>
          <a:xfrm>
            <a:off x="1092200" y="5689600"/>
            <a:ext cx="4419600" cy="279400"/>
          </a:xfrm>
          <a:prstGeom prst="rect">
            <a:avLst/>
          </a:prstGeom>
          <a:noFill/>
        </p:spPr>
        <p:txBody>
          <a:bodyPr wrap="square" rtlCol="0" anchor="t"/>
          <a:lstStyle/>
          <a:p>
            <a:pPr algn="l"/>
            <a:r>
              <a:rPr lang="en-US" sz="1300" dirty="0">
                <a:solidFill>
                  <a:srgbClr val="FFFFFF"/>
                </a:solidFill>
              </a:rPr>
              <a:t>Ask clarifying questions, be concise</a:t>
            </a:r>
          </a:p>
        </p:txBody>
      </p:sp>
      <p:sp>
        <p:nvSpPr>
          <p:cNvPr id="1200" name="RH"/>
          <p:cNvSpPr txBox="1"/>
          <p:nvPr/>
        </p:nvSpPr>
        <p:spPr>
          <a:xfrm>
            <a:off x="6286500" y="1333500"/>
            <a:ext cx="5334000" cy="228600"/>
          </a:xfrm>
          <a:prstGeom prst="rect">
            <a:avLst/>
          </a:prstGeom>
          <a:noFill/>
        </p:spPr>
        <p:txBody>
          <a:bodyPr wrap="square" rtlCol="0" anchor="t"/>
          <a:lstStyle/>
          <a:p>
            <a:pPr algn="l"/>
            <a:r>
              <a:rPr lang="en-US" sz="1000" b="1" dirty="0">
                <a:solidFill>
                  <a:srgbClr val="49C5B1"/>
                </a:solidFill>
              </a:rPr>
              <a:t>WHY IT MATTERS</a:t>
            </a:r>
          </a:p>
        </p:txBody>
      </p:sp>
      <p:sp>
        <p:nvSpPr>
          <p:cNvPr id="1300" name="RC"/>
          <p:cNvSpPr/>
          <p:nvPr/>
        </p:nvSpPr>
        <p:spPr>
          <a:xfrm>
            <a:off x="6286500" y="1625600"/>
            <a:ext cx="5334000" cy="14986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1301" name="RL"/>
          <p:cNvSpPr txBox="1"/>
          <p:nvPr/>
        </p:nvSpPr>
        <p:spPr>
          <a:xfrm>
            <a:off x="6515100" y="1778000"/>
            <a:ext cx="4876800" cy="203200"/>
          </a:xfrm>
          <a:prstGeom prst="rect">
            <a:avLst/>
          </a:prstGeom>
          <a:noFill/>
        </p:spPr>
        <p:txBody>
          <a:bodyPr wrap="square" rtlCol="0" anchor="t"/>
          <a:lstStyle/>
          <a:p>
            <a:pPr algn="l"/>
            <a:r>
              <a:rPr lang="en-US" sz="1000" b="1" dirty="0">
                <a:solidFill>
                  <a:srgbClr val="49C5B1"/>
                </a:solidFill>
              </a:rPr>
              <a:t>ALWAYS-ON</a:t>
            </a:r>
          </a:p>
        </p:txBody>
      </p:sp>
      <p:sp>
        <p:nvSpPr>
          <p:cNvPr id="1302" name="RT"/>
          <p:cNvSpPr txBox="1"/>
          <p:nvPr/>
        </p:nvSpPr>
        <p:spPr>
          <a:xfrm>
            <a:off x="6515100" y="2032000"/>
            <a:ext cx="4876800" cy="355600"/>
          </a:xfrm>
          <a:prstGeom prst="rect">
            <a:avLst/>
          </a:prstGeom>
          <a:noFill/>
        </p:spPr>
        <p:txBody>
          <a:bodyPr wrap="square" rtlCol="0" anchor="t"/>
          <a:lstStyle/>
          <a:p>
            <a:pPr algn="l"/>
            <a:r>
              <a:rPr lang="en-US" sz="1500" b="1" dirty="0">
                <a:solidFill>
                  <a:srgbClr val="FFFFFF"/>
                </a:solidFill>
              </a:rPr>
              <a:t>You don't see it, but it's always there.</a:t>
            </a:r>
          </a:p>
        </p:txBody>
      </p:sp>
      <p:sp>
        <p:nvSpPr>
          <p:cNvPr id="1303" name="RB"/>
          <p:cNvSpPr txBox="1"/>
          <p:nvPr/>
        </p:nvSpPr>
        <p:spPr>
          <a:xfrm>
            <a:off x="6515100" y="2438400"/>
            <a:ext cx="4876800" cy="635000"/>
          </a:xfrm>
          <a:prstGeom prst="rect">
            <a:avLst/>
          </a:prstGeom>
          <a:noFill/>
        </p:spPr>
        <p:txBody>
          <a:bodyPr wrap="square" rtlCol="0" anchor="t"/>
          <a:lstStyle/>
          <a:p>
            <a:pPr algn="l"/>
            <a:r>
              <a:rPr lang="en-US" sz="1300" dirty="0">
                <a:solidFill>
                  <a:srgbClr val="FFFFFF"/>
                </a:solidFill>
              </a:rPr>
              <a:t>Sometimes thousands of tokens of context loaded before your first message even arrives.</a:t>
            </a:r>
          </a:p>
        </p:txBody>
      </p:sp>
      <p:sp>
        <p:nvSpPr>
          <p:cNvPr id="1304" name="RC"/>
          <p:cNvSpPr/>
          <p:nvPr/>
        </p:nvSpPr>
        <p:spPr>
          <a:xfrm>
            <a:off x="6286500" y="3225800"/>
            <a:ext cx="5334000" cy="1498600"/>
          </a:xfrm>
          <a:prstGeom prst="roundRect">
            <a:avLst>
              <a:gd name="adj" fmla="val 8000"/>
            </a:avLst>
          </a:prstGeom>
          <a:solidFill>
            <a:srgbClr val="1A3052"/>
          </a:solidFill>
          <a:ln w="12700">
            <a:solidFill>
              <a:srgbClr val="8DC8E8"/>
            </a:solidFill>
          </a:ln>
        </p:spPr>
        <p:txBody>
          <a:bodyPr wrap="square" rtlCol="0" anchor="t"/>
          <a:lstStyle/>
          <a:p>
            <a:endParaRPr lang="en-US"/>
          </a:p>
        </p:txBody>
      </p:sp>
      <p:sp>
        <p:nvSpPr>
          <p:cNvPr id="1305" name="RL"/>
          <p:cNvSpPr txBox="1"/>
          <p:nvPr/>
        </p:nvSpPr>
        <p:spPr>
          <a:xfrm>
            <a:off x="6515100" y="3378200"/>
            <a:ext cx="4876800" cy="203200"/>
          </a:xfrm>
          <a:prstGeom prst="rect">
            <a:avLst/>
          </a:prstGeom>
          <a:noFill/>
        </p:spPr>
        <p:txBody>
          <a:bodyPr wrap="square" rtlCol="0" anchor="t"/>
          <a:lstStyle/>
          <a:p>
            <a:pPr algn="l"/>
            <a:r>
              <a:rPr lang="en-US" sz="1000" b="1" dirty="0">
                <a:solidFill>
                  <a:srgbClr val="8DC8E8"/>
                </a:solidFill>
              </a:rPr>
              <a:t>INVISIBLE INFLUENCE</a:t>
            </a:r>
          </a:p>
        </p:txBody>
      </p:sp>
      <p:sp>
        <p:nvSpPr>
          <p:cNvPr id="1306" name="RT"/>
          <p:cNvSpPr txBox="1"/>
          <p:nvPr/>
        </p:nvSpPr>
        <p:spPr>
          <a:xfrm>
            <a:off x="6515100" y="3632200"/>
            <a:ext cx="4876800" cy="355600"/>
          </a:xfrm>
          <a:prstGeom prst="rect">
            <a:avLst/>
          </a:prstGeom>
          <a:noFill/>
        </p:spPr>
        <p:txBody>
          <a:bodyPr wrap="square" rtlCol="0" anchor="t"/>
          <a:lstStyle/>
          <a:p>
            <a:pPr algn="l"/>
            <a:r>
              <a:rPr lang="en-US" sz="1500" b="1" dirty="0">
                <a:solidFill>
                  <a:srgbClr val="FFFFFF"/>
                </a:solidFill>
              </a:rPr>
              <a:t>It shapes every response.</a:t>
            </a:r>
          </a:p>
        </p:txBody>
      </p:sp>
      <p:sp>
        <p:nvSpPr>
          <p:cNvPr id="1307" name="RB"/>
          <p:cNvSpPr txBox="1"/>
          <p:nvPr/>
        </p:nvSpPr>
        <p:spPr>
          <a:xfrm>
            <a:off x="6515100" y="4038600"/>
            <a:ext cx="4876800" cy="635000"/>
          </a:xfrm>
          <a:prstGeom prst="rect">
            <a:avLst/>
          </a:prstGeom>
          <a:noFill/>
        </p:spPr>
        <p:txBody>
          <a:bodyPr wrap="square" rtlCol="0" anchor="t"/>
          <a:lstStyle/>
          <a:p>
            <a:pPr algn="l"/>
            <a:r>
              <a:rPr lang="en-US" sz="1300" dirty="0">
                <a:solidFill>
                  <a:srgbClr val="FFFFFF"/>
                </a:solidFill>
              </a:rPr>
              <a:t>Persona, tools, safety, formatting, defaults — all set before the model considers your question.</a:t>
            </a:r>
          </a:p>
        </p:txBody>
      </p:sp>
      <p:sp>
        <p:nvSpPr>
          <p:cNvPr id="1308" name="RC"/>
          <p:cNvSpPr/>
          <p:nvPr/>
        </p:nvSpPr>
        <p:spPr>
          <a:xfrm>
            <a:off x="6286500" y="4826000"/>
            <a:ext cx="5334000" cy="14986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1309" name="RL"/>
          <p:cNvSpPr txBox="1"/>
          <p:nvPr/>
        </p:nvSpPr>
        <p:spPr>
          <a:xfrm>
            <a:off x="6515100" y="4978400"/>
            <a:ext cx="4876800" cy="203200"/>
          </a:xfrm>
          <a:prstGeom prst="rect">
            <a:avLst/>
          </a:prstGeom>
          <a:noFill/>
        </p:spPr>
        <p:txBody>
          <a:bodyPr wrap="square" rtlCol="0" anchor="t"/>
          <a:lstStyle/>
          <a:p>
            <a:pPr algn="l"/>
            <a:r>
              <a:rPr lang="en-US" sz="1000" b="1" dirty="0">
                <a:solidFill>
                  <a:srgbClr val="F0B860"/>
                </a:solidFill>
              </a:rPr>
              <a:t>THE TAKEAWAY</a:t>
            </a:r>
          </a:p>
        </p:txBody>
      </p:sp>
      <p:sp>
        <p:nvSpPr>
          <p:cNvPr id="1310" name="RT"/>
          <p:cNvSpPr txBox="1"/>
          <p:nvPr/>
        </p:nvSpPr>
        <p:spPr>
          <a:xfrm>
            <a:off x="6515100" y="5232400"/>
            <a:ext cx="4876800" cy="355600"/>
          </a:xfrm>
          <a:prstGeom prst="rect">
            <a:avLst/>
          </a:prstGeom>
          <a:noFill/>
        </p:spPr>
        <p:txBody>
          <a:bodyPr wrap="square" rtlCol="0" anchor="t"/>
          <a:lstStyle/>
          <a:p>
            <a:pPr algn="l"/>
            <a:r>
              <a:rPr lang="en-US" sz="1500" b="1" dirty="0">
                <a:solidFill>
                  <a:srgbClr val="FFFFFF"/>
                </a:solidFill>
              </a:rPr>
              <a:t>You don’t talk to the raw model.</a:t>
            </a:r>
          </a:p>
        </p:txBody>
      </p:sp>
      <p:sp>
        <p:nvSpPr>
          <p:cNvPr id="1311" name="RB"/>
          <p:cNvSpPr txBox="1"/>
          <p:nvPr/>
        </p:nvSpPr>
        <p:spPr>
          <a:xfrm>
            <a:off x="6515100" y="5638800"/>
            <a:ext cx="4876800" cy="635000"/>
          </a:xfrm>
          <a:prstGeom prst="rect">
            <a:avLst/>
          </a:prstGeom>
          <a:noFill/>
        </p:spPr>
        <p:txBody>
          <a:bodyPr wrap="square" rtlCol="0" anchor="t"/>
          <a:lstStyle/>
          <a:p>
            <a:pPr algn="l"/>
            <a:r>
              <a:rPr lang="en-US" sz="1300" dirty="0">
                <a:solidFill>
                  <a:srgbClr val="FFFFFF"/>
                </a:solidFill>
              </a:rPr>
              <a:t>The harness shapes everything. Treat the system prompt as part of the product.</a:t>
            </a:r>
          </a:p>
        </p:txBody>
      </p:sp>
    </p:spTree>
    <p:extLst>
      <p:ext uri="{BB962C8B-B14F-4D97-AF65-F5344CB8AC3E}">
        <p14:creationId xmlns:p14="http://schemas.microsoft.com/office/powerpoint/2010/main" val="233498896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Prompt to context engineering</a:t>
            </a:r>
          </a:p>
        </p:txBody>
      </p:sp>
      <p:sp>
        <p:nvSpPr>
          <p:cNvPr id="1000" name="OldC"/>
          <p:cNvSpPr/>
          <p:nvPr/>
        </p:nvSpPr>
        <p:spPr>
          <a:xfrm>
            <a:off x="635000" y="1714500"/>
            <a:ext cx="5334000" cy="4735076"/>
          </a:xfrm>
          <a:prstGeom prst="roundRect">
            <a:avLst>
              <a:gd name="adj" fmla="val 8000"/>
            </a:avLst>
          </a:prstGeom>
          <a:solidFill>
            <a:srgbClr val="0F2543"/>
          </a:solidFill>
          <a:ln w="12700">
            <a:solidFill>
              <a:srgbClr val="5A6B82"/>
            </a:solidFill>
          </a:ln>
        </p:spPr>
        <p:txBody>
          <a:bodyPr/>
          <a:lstStyle/>
          <a:p>
            <a:endParaRPr lang="en-US"/>
          </a:p>
        </p:txBody>
      </p:sp>
      <p:sp>
        <p:nvSpPr>
          <p:cNvPr id="1001" name="OldL"/>
          <p:cNvSpPr txBox="1"/>
          <p:nvPr/>
        </p:nvSpPr>
        <p:spPr>
          <a:xfrm>
            <a:off x="914400" y="1943100"/>
            <a:ext cx="4775200" cy="228600"/>
          </a:xfrm>
          <a:prstGeom prst="rect">
            <a:avLst/>
          </a:prstGeom>
          <a:noFill/>
        </p:spPr>
        <p:txBody>
          <a:bodyPr wrap="square" lIns="0" tIns="0" rIns="0" bIns="0" anchor="t"/>
          <a:lstStyle/>
          <a:p>
            <a:pPr algn="l"/>
            <a:r>
              <a:rPr lang="en-US" sz="1400" b="1" dirty="0">
                <a:solidFill>
                  <a:srgbClr val="8DC8E8"/>
                </a:solidFill>
              </a:rPr>
              <a:t>PROMPT ENGINEERING</a:t>
            </a:r>
          </a:p>
        </p:txBody>
      </p:sp>
      <p:sp>
        <p:nvSpPr>
          <p:cNvPr id="1002" name="OldT"/>
          <p:cNvSpPr txBox="1"/>
          <p:nvPr/>
        </p:nvSpPr>
        <p:spPr>
          <a:xfrm>
            <a:off x="914400" y="2247900"/>
            <a:ext cx="4775200" cy="762000"/>
          </a:xfrm>
          <a:prstGeom prst="rect">
            <a:avLst/>
          </a:prstGeom>
          <a:noFill/>
        </p:spPr>
        <p:txBody>
          <a:bodyPr wrap="square" lIns="0" tIns="0" rIns="0" bIns="0" anchor="t"/>
          <a:lstStyle/>
          <a:p>
            <a:pPr algn="l"/>
            <a:r>
              <a:rPr lang="en-US" sz="2000" b="1" dirty="0">
                <a:solidFill>
                  <a:srgbClr val="B9DCD2"/>
                </a:solidFill>
              </a:rPr>
              <a:t>“You are a senior engineer who…”</a:t>
            </a:r>
          </a:p>
        </p:txBody>
      </p:sp>
      <p:sp>
        <p:nvSpPr>
          <p:cNvPr id="1003" name="OldB"/>
          <p:cNvSpPr txBox="1"/>
          <p:nvPr/>
        </p:nvSpPr>
        <p:spPr>
          <a:xfrm>
            <a:off x="914400" y="3086100"/>
            <a:ext cx="4775200" cy="1524000"/>
          </a:xfrm>
          <a:prstGeom prst="rect">
            <a:avLst/>
          </a:prstGeom>
          <a:noFill/>
        </p:spPr>
        <p:txBody>
          <a:bodyPr wrap="square" lIns="0" tIns="0" rIns="0" bIns="0" anchor="t"/>
          <a:lstStyle/>
          <a:p>
            <a:pPr algn="l"/>
            <a:r>
              <a:rPr lang="en-US" sz="1800" dirty="0">
                <a:solidFill>
                  <a:srgbClr val="FFFFFF"/>
                </a:solidFill>
              </a:rPr>
              <a:t>Not as relevant in 2026. Models already know how to be helpful.</a:t>
            </a:r>
          </a:p>
        </p:txBody>
      </p:sp>
      <p:sp>
        <p:nvSpPr>
          <p:cNvPr id="1004" name="NewC"/>
          <p:cNvSpPr/>
          <p:nvPr/>
        </p:nvSpPr>
        <p:spPr>
          <a:xfrm>
            <a:off x="6223000" y="1714500"/>
            <a:ext cx="5334000" cy="4735076"/>
          </a:xfrm>
          <a:prstGeom prst="roundRect">
            <a:avLst>
              <a:gd name="adj" fmla="val 8000"/>
            </a:avLst>
          </a:prstGeom>
          <a:solidFill>
            <a:srgbClr val="1A3052"/>
          </a:solidFill>
          <a:ln w="12700">
            <a:solidFill>
              <a:srgbClr val="49C5B1"/>
            </a:solidFill>
          </a:ln>
        </p:spPr>
        <p:txBody>
          <a:bodyPr/>
          <a:lstStyle/>
          <a:p>
            <a:endParaRPr lang="en-US"/>
          </a:p>
        </p:txBody>
      </p:sp>
      <p:sp>
        <p:nvSpPr>
          <p:cNvPr id="1005" name="NewL"/>
          <p:cNvSpPr txBox="1"/>
          <p:nvPr/>
        </p:nvSpPr>
        <p:spPr>
          <a:xfrm>
            <a:off x="6502400" y="1943100"/>
            <a:ext cx="4775200" cy="228600"/>
          </a:xfrm>
          <a:prstGeom prst="rect">
            <a:avLst/>
          </a:prstGeom>
          <a:noFill/>
        </p:spPr>
        <p:txBody>
          <a:bodyPr wrap="square" lIns="0" tIns="0" rIns="0" bIns="0" anchor="t"/>
          <a:lstStyle/>
          <a:p>
            <a:pPr algn="l"/>
            <a:r>
              <a:rPr lang="en-US" sz="1400" b="1" dirty="0">
                <a:solidFill>
                  <a:srgbClr val="49C5B1"/>
                </a:solidFill>
              </a:rPr>
              <a:t>CONTEXT ENGINEERING</a:t>
            </a:r>
          </a:p>
        </p:txBody>
      </p:sp>
      <p:sp>
        <p:nvSpPr>
          <p:cNvPr id="1006" name="NewT"/>
          <p:cNvSpPr txBox="1"/>
          <p:nvPr/>
        </p:nvSpPr>
        <p:spPr>
          <a:xfrm>
            <a:off x="6502400" y="2247900"/>
            <a:ext cx="4775200" cy="762000"/>
          </a:xfrm>
          <a:prstGeom prst="rect">
            <a:avLst/>
          </a:prstGeom>
          <a:noFill/>
        </p:spPr>
        <p:txBody>
          <a:bodyPr wrap="square" lIns="0" tIns="0" rIns="0" bIns="0" anchor="t"/>
          <a:lstStyle/>
          <a:p>
            <a:pPr algn="l"/>
            <a:r>
              <a:rPr lang="en-US" sz="2000" b="1" dirty="0">
                <a:solidFill>
                  <a:srgbClr val="FFFFFF"/>
                </a:solidFill>
              </a:rPr>
              <a:t>Get the right information into the context window.</a:t>
            </a:r>
          </a:p>
        </p:txBody>
      </p:sp>
      <p:sp>
        <p:nvSpPr>
          <p:cNvPr id="1007" name="NewB"/>
          <p:cNvSpPr txBox="1"/>
          <p:nvPr/>
        </p:nvSpPr>
        <p:spPr>
          <a:xfrm>
            <a:off x="6502400" y="3086100"/>
            <a:ext cx="4775200" cy="1524000"/>
          </a:xfrm>
          <a:prstGeom prst="rect">
            <a:avLst/>
          </a:prstGeom>
          <a:noFill/>
        </p:spPr>
        <p:txBody>
          <a:bodyPr wrap="square" lIns="0" tIns="0" rIns="0" bIns="0" anchor="t"/>
          <a:lstStyle/>
          <a:p>
            <a:pPr algn="l"/>
            <a:r>
              <a:rPr lang="en-US" sz="1800" dirty="0">
                <a:solidFill>
                  <a:srgbClr val="FFFFFF"/>
                </a:solidFill>
              </a:rPr>
              <a:t>Coding standards, project layout, prior decisions, examples.</a:t>
            </a:r>
          </a:p>
          <a:p>
            <a:pPr algn="l"/>
            <a:r>
              <a:rPr lang="en-US" sz="1800" dirty="0">
                <a:solidFill>
                  <a:srgbClr val="FFFFFF"/>
                </a:solidFill>
              </a:rPr>
              <a:t>Get them out of your head, into files the agent can read.</a:t>
            </a:r>
          </a:p>
        </p:txBody>
      </p:sp>
    </p:spTree>
    <p:extLst>
      <p:ext uri="{BB962C8B-B14F-4D97-AF65-F5344CB8AC3E}">
        <p14:creationId xmlns:p14="http://schemas.microsoft.com/office/powerpoint/2010/main" val="130560555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947542C7-AA8D-AB0D-0EAD-932D00BB2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C95D5FF6-FAA3-8278-4328-ECC6FBBEB361}"/>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Markdown</a:t>
            </a:r>
          </a:p>
        </p:txBody>
      </p:sp>
      <p:sp>
        <p:nvSpPr>
          <p:cNvPr id="1000" name="Hero"/>
          <p:cNvSpPr/>
          <p:nvPr/>
        </p:nvSpPr>
        <p:spPr>
          <a:xfrm>
            <a:off x="635000" y="1714500"/>
            <a:ext cx="6858000" cy="4572000"/>
          </a:xfrm>
          <a:prstGeom prst="roundRect">
            <a:avLst>
              <a:gd name="adj" fmla="val 8000"/>
            </a:avLst>
          </a:prstGeom>
          <a:solidFill>
            <a:srgbClr val="1A3052"/>
          </a:solidFill>
          <a:ln w="12700">
            <a:solidFill>
              <a:srgbClr val="0078D3"/>
            </a:solidFill>
          </a:ln>
        </p:spPr>
        <p:txBody>
          <a:bodyPr/>
          <a:lstStyle/>
          <a:p>
            <a:endParaRPr lang="en-US"/>
          </a:p>
        </p:txBody>
      </p:sp>
      <p:sp>
        <p:nvSpPr>
          <p:cNvPr id="1001" name="HL"/>
          <p:cNvSpPr txBox="1"/>
          <p:nvPr/>
        </p:nvSpPr>
        <p:spPr>
          <a:xfrm>
            <a:off x="914400" y="1955800"/>
            <a:ext cx="6350000" cy="228600"/>
          </a:xfrm>
          <a:prstGeom prst="rect">
            <a:avLst/>
          </a:prstGeom>
          <a:noFill/>
        </p:spPr>
        <p:txBody>
          <a:bodyPr wrap="square" lIns="0" tIns="0" rIns="0" bIns="0" anchor="t"/>
          <a:lstStyle/>
          <a:p>
            <a:pPr algn="l"/>
            <a:r>
              <a:rPr lang="en-US" sz="1100" b="1" dirty="0">
                <a:solidFill>
                  <a:srgbClr val="8DC8E8"/>
                </a:solidFill>
              </a:rPr>
              <a:t>WHY MARKDOWN?</a:t>
            </a:r>
          </a:p>
        </p:txBody>
      </p:sp>
      <p:sp>
        <p:nvSpPr>
          <p:cNvPr id="1002" name="HT"/>
          <p:cNvSpPr txBox="1"/>
          <p:nvPr/>
        </p:nvSpPr>
        <p:spPr>
          <a:xfrm>
            <a:off x="914400" y="2260600"/>
            <a:ext cx="6350000" cy="406400"/>
          </a:xfrm>
          <a:prstGeom prst="rect">
            <a:avLst/>
          </a:prstGeom>
          <a:noFill/>
        </p:spPr>
        <p:txBody>
          <a:bodyPr wrap="square" lIns="0" tIns="0" rIns="0" bIns="0" anchor="t"/>
          <a:lstStyle/>
          <a:p>
            <a:pPr algn="l"/>
            <a:r>
              <a:rPr lang="en-US" sz="2000" b="1" dirty="0">
                <a:solidFill>
                  <a:srgbClr val="FFFFFF"/>
                </a:solidFill>
              </a:rPr>
              <a:t>Models speak text.</a:t>
            </a:r>
          </a:p>
        </p:txBody>
      </p:sp>
      <p:sp>
        <p:nvSpPr>
          <p:cNvPr id="1003" name="Code"/>
          <p:cNvSpPr/>
          <p:nvPr/>
        </p:nvSpPr>
        <p:spPr>
          <a:xfrm>
            <a:off x="914400" y="2870200"/>
            <a:ext cx="6299200" cy="2540000"/>
          </a:xfrm>
          <a:prstGeom prst="roundRect">
            <a:avLst>
              <a:gd name="adj" fmla="val 4000"/>
            </a:avLst>
          </a:prstGeom>
          <a:solidFill>
            <a:srgbClr val="0F2543"/>
          </a:solidFill>
          <a:ln w="12700">
            <a:solidFill>
              <a:srgbClr val="2A446F"/>
            </a:solidFill>
          </a:ln>
        </p:spPr>
        <p:txBody>
          <a:bodyPr/>
          <a:lstStyle/>
          <a:p>
            <a:endParaRPr lang="en-US"/>
          </a:p>
        </p:txBody>
      </p:sp>
      <p:sp>
        <p:nvSpPr>
          <p:cNvPr id="1004" name="C1"/>
          <p:cNvSpPr txBox="1"/>
          <p:nvPr/>
        </p:nvSpPr>
        <p:spPr>
          <a:xfrm>
            <a:off x="1143000" y="3048000"/>
            <a:ext cx="6096000" cy="304800"/>
          </a:xfrm>
          <a:prstGeom prst="rect">
            <a:avLst/>
          </a:prstGeom>
          <a:noFill/>
        </p:spPr>
        <p:txBody>
          <a:bodyPr wrap="square" lIns="0" tIns="0" rIns="0" bIns="0" anchor="t"/>
          <a:lstStyle/>
          <a:p>
            <a:pPr algn="l"/>
            <a:r>
              <a:rPr lang="en-US" sz="1400" b="1" dirty="0">
                <a:solidFill>
                  <a:srgbClr val="8DC8E8"/>
                </a:solidFill>
              </a:rPr>
              <a:t># Project setup</a:t>
            </a:r>
          </a:p>
        </p:txBody>
      </p:sp>
      <p:sp>
        <p:nvSpPr>
          <p:cNvPr id="1005" name="C2"/>
          <p:cNvSpPr txBox="1"/>
          <p:nvPr/>
        </p:nvSpPr>
        <p:spPr>
          <a:xfrm>
            <a:off x="1143000" y="3378200"/>
            <a:ext cx="6096000" cy="304800"/>
          </a:xfrm>
          <a:prstGeom prst="rect">
            <a:avLst/>
          </a:prstGeom>
          <a:noFill/>
        </p:spPr>
        <p:txBody>
          <a:bodyPr wrap="square" lIns="0" tIns="0" rIns="0" bIns="0" anchor="t"/>
          <a:lstStyle/>
          <a:p>
            <a:pPr algn="l"/>
            <a:r>
              <a:rPr lang="en-US" sz="1300" dirty="0">
                <a:solidFill>
                  <a:srgbClr val="B9DCD2"/>
                </a:solidFill>
              </a:rPr>
              <a:t>## Build commands</a:t>
            </a:r>
          </a:p>
        </p:txBody>
      </p:sp>
      <p:sp>
        <p:nvSpPr>
          <p:cNvPr id="1006" name="C3"/>
          <p:cNvSpPr txBox="1"/>
          <p:nvPr/>
        </p:nvSpPr>
        <p:spPr>
          <a:xfrm>
            <a:off x="1143000" y="3733800"/>
            <a:ext cx="6096000" cy="254000"/>
          </a:xfrm>
          <a:prstGeom prst="rect">
            <a:avLst/>
          </a:prstGeom>
          <a:noFill/>
        </p:spPr>
        <p:txBody>
          <a:bodyPr wrap="square" lIns="0" tIns="0" rIns="0" bIns="0" anchor="t"/>
          <a:lstStyle/>
          <a:p>
            <a:pPr algn="l"/>
            <a:r>
              <a:rPr lang="en-US" sz="1200" dirty="0">
                <a:solidFill>
                  <a:srgbClr val="FFFFFF"/>
                </a:solidFill>
              </a:rPr>
              <a:t>- `npm run build` — production bundle</a:t>
            </a:r>
          </a:p>
        </p:txBody>
      </p:sp>
      <p:sp>
        <p:nvSpPr>
          <p:cNvPr id="1007" name="C4"/>
          <p:cNvSpPr txBox="1"/>
          <p:nvPr/>
        </p:nvSpPr>
        <p:spPr>
          <a:xfrm>
            <a:off x="1143000" y="4013200"/>
            <a:ext cx="6096000" cy="254000"/>
          </a:xfrm>
          <a:prstGeom prst="rect">
            <a:avLst/>
          </a:prstGeom>
          <a:noFill/>
        </p:spPr>
        <p:txBody>
          <a:bodyPr wrap="square" lIns="0" tIns="0" rIns="0" bIns="0" anchor="t"/>
          <a:lstStyle/>
          <a:p>
            <a:pPr algn="l"/>
            <a:r>
              <a:rPr lang="en-US" sz="1200" dirty="0">
                <a:solidFill>
                  <a:srgbClr val="FFFFFF"/>
                </a:solidFill>
              </a:rPr>
              <a:t>- `npm test` — run unit tests</a:t>
            </a:r>
          </a:p>
        </p:txBody>
      </p:sp>
      <p:sp>
        <p:nvSpPr>
          <p:cNvPr id="1008" name="C5"/>
          <p:cNvSpPr txBox="1"/>
          <p:nvPr/>
        </p:nvSpPr>
        <p:spPr>
          <a:xfrm>
            <a:off x="1143000" y="4368800"/>
            <a:ext cx="6096000" cy="304800"/>
          </a:xfrm>
          <a:prstGeom prst="rect">
            <a:avLst/>
          </a:prstGeom>
          <a:noFill/>
        </p:spPr>
        <p:txBody>
          <a:bodyPr wrap="square" lIns="0" tIns="0" rIns="0" bIns="0" anchor="t"/>
          <a:lstStyle/>
          <a:p>
            <a:pPr algn="l"/>
            <a:r>
              <a:rPr lang="en-US" sz="1300" dirty="0">
                <a:solidFill>
                  <a:srgbClr val="B9DCD2"/>
                </a:solidFill>
              </a:rPr>
              <a:t>## Things never to touch</a:t>
            </a:r>
          </a:p>
        </p:txBody>
      </p:sp>
      <p:sp>
        <p:nvSpPr>
          <p:cNvPr id="1009" name="C6"/>
          <p:cNvSpPr txBox="1"/>
          <p:nvPr/>
        </p:nvSpPr>
        <p:spPr>
          <a:xfrm>
            <a:off x="1143000" y="4699000"/>
            <a:ext cx="6096000" cy="254000"/>
          </a:xfrm>
          <a:prstGeom prst="rect">
            <a:avLst/>
          </a:prstGeom>
          <a:noFill/>
        </p:spPr>
        <p:txBody>
          <a:bodyPr wrap="square" lIns="0" tIns="0" rIns="0" bIns="0" anchor="t"/>
          <a:lstStyle/>
          <a:p>
            <a:pPr algn="l"/>
            <a:r>
              <a:rPr lang="en-US" sz="1200" dirty="0">
                <a:solidFill>
                  <a:srgbClr val="FFFFFF"/>
                </a:solidFill>
              </a:rPr>
              <a:t>- `/legacy/` — do not modify</a:t>
            </a:r>
          </a:p>
        </p:txBody>
      </p:sp>
      <p:sp>
        <p:nvSpPr>
          <p:cNvPr id="1010" name="C7"/>
          <p:cNvSpPr txBox="1"/>
          <p:nvPr/>
        </p:nvSpPr>
        <p:spPr>
          <a:xfrm>
            <a:off x="1143000" y="4978400"/>
            <a:ext cx="6096000" cy="254000"/>
          </a:xfrm>
          <a:prstGeom prst="rect">
            <a:avLst/>
          </a:prstGeom>
          <a:noFill/>
        </p:spPr>
        <p:txBody>
          <a:bodyPr wrap="square" lIns="0" tIns="0" rIns="0" bIns="0" anchor="t"/>
          <a:lstStyle/>
          <a:p>
            <a:pPr algn="l"/>
            <a:r>
              <a:rPr lang="en-US" sz="1200" dirty="0">
                <a:solidFill>
                  <a:srgbClr val="FFFFFF"/>
                </a:solidFill>
              </a:rPr>
              <a:t>- generated `*.tmdl` files</a:t>
            </a:r>
          </a:p>
        </p:txBody>
      </p:sp>
      <p:sp>
        <p:nvSpPr>
          <p:cNvPr id="1011" name="HB"/>
          <p:cNvSpPr txBox="1"/>
          <p:nvPr/>
        </p:nvSpPr>
        <p:spPr>
          <a:xfrm>
            <a:off x="914400" y="5562600"/>
            <a:ext cx="6350000" cy="635000"/>
          </a:xfrm>
          <a:prstGeom prst="rect">
            <a:avLst/>
          </a:prstGeom>
          <a:noFill/>
        </p:spPr>
        <p:txBody>
          <a:bodyPr wrap="square" lIns="0" tIns="0" rIns="0" bIns="0" anchor="t"/>
          <a:lstStyle/>
          <a:p>
            <a:pPr algn="l"/>
            <a:r>
              <a:rPr lang="en-US" sz="1500" dirty="0">
                <a:solidFill>
                  <a:srgbClr val="B9DCD2"/>
                </a:solidFill>
              </a:rPr>
              <a:t>Clean, structured, plain text.</a:t>
            </a:r>
          </a:p>
        </p:txBody>
      </p:sp>
      <p:sp>
        <p:nvSpPr>
          <p:cNvPr id="1012" name="R1"/>
          <p:cNvSpPr/>
          <p:nvPr/>
        </p:nvSpPr>
        <p:spPr>
          <a:xfrm>
            <a:off x="7747000" y="1714500"/>
            <a:ext cx="3810000" cy="1397000"/>
          </a:xfrm>
          <a:prstGeom prst="roundRect">
            <a:avLst>
              <a:gd name="adj" fmla="val 8000"/>
            </a:avLst>
          </a:prstGeom>
          <a:solidFill>
            <a:srgbClr val="1A3052"/>
          </a:solidFill>
          <a:ln w="12700">
            <a:solidFill>
              <a:srgbClr val="49C5B1"/>
            </a:solidFill>
          </a:ln>
        </p:spPr>
        <p:txBody>
          <a:bodyPr/>
          <a:lstStyle/>
          <a:p>
            <a:endParaRPr lang="en-US"/>
          </a:p>
        </p:txBody>
      </p:sp>
      <p:sp>
        <p:nvSpPr>
          <p:cNvPr id="1013" name="R1L"/>
          <p:cNvSpPr txBox="1"/>
          <p:nvPr/>
        </p:nvSpPr>
        <p:spPr>
          <a:xfrm>
            <a:off x="7975600" y="1879600"/>
            <a:ext cx="3352800" cy="228600"/>
          </a:xfrm>
          <a:prstGeom prst="rect">
            <a:avLst/>
          </a:prstGeom>
          <a:noFill/>
        </p:spPr>
        <p:txBody>
          <a:bodyPr wrap="square" lIns="0" tIns="0" rIns="0" bIns="0" anchor="t"/>
          <a:lstStyle/>
          <a:p>
            <a:pPr algn="l"/>
            <a:r>
              <a:rPr lang="en-US" sz="1000" b="1" dirty="0">
                <a:solidFill>
                  <a:srgbClr val="49C5B1"/>
                </a:solidFill>
              </a:rPr>
              <a:t>01</a:t>
            </a:r>
          </a:p>
        </p:txBody>
      </p:sp>
      <p:sp>
        <p:nvSpPr>
          <p:cNvPr id="1014" name="R1T"/>
          <p:cNvSpPr txBox="1"/>
          <p:nvPr/>
        </p:nvSpPr>
        <p:spPr>
          <a:xfrm>
            <a:off x="7975600" y="2159000"/>
            <a:ext cx="3352800" cy="762000"/>
          </a:xfrm>
          <a:prstGeom prst="rect">
            <a:avLst/>
          </a:prstGeom>
          <a:noFill/>
        </p:spPr>
        <p:txBody>
          <a:bodyPr wrap="square" lIns="0" tIns="0" rIns="0" bIns="0" anchor="t"/>
          <a:lstStyle/>
          <a:p>
            <a:pPr algn="l"/>
            <a:r>
              <a:rPr lang="en-US" sz="1400" b="1" dirty="0">
                <a:solidFill>
                  <a:srgbClr val="FFFFFF"/>
                </a:solidFill>
              </a:rPr>
              <a:t>Almost every agent-readable file in your project is .md</a:t>
            </a:r>
          </a:p>
        </p:txBody>
      </p:sp>
      <p:sp>
        <p:nvSpPr>
          <p:cNvPr id="1015" name="R2"/>
          <p:cNvSpPr/>
          <p:nvPr/>
        </p:nvSpPr>
        <p:spPr>
          <a:xfrm>
            <a:off x="7747000" y="3302000"/>
            <a:ext cx="3810000" cy="1397000"/>
          </a:xfrm>
          <a:prstGeom prst="roundRect">
            <a:avLst>
              <a:gd name="adj" fmla="val 8000"/>
            </a:avLst>
          </a:prstGeom>
          <a:solidFill>
            <a:srgbClr val="1A3052"/>
          </a:solidFill>
          <a:ln w="12700">
            <a:solidFill>
              <a:srgbClr val="8DC8E8"/>
            </a:solidFill>
          </a:ln>
        </p:spPr>
        <p:txBody>
          <a:bodyPr/>
          <a:lstStyle/>
          <a:p>
            <a:endParaRPr lang="en-US"/>
          </a:p>
        </p:txBody>
      </p:sp>
      <p:sp>
        <p:nvSpPr>
          <p:cNvPr id="1016" name="R2L"/>
          <p:cNvSpPr txBox="1"/>
          <p:nvPr/>
        </p:nvSpPr>
        <p:spPr>
          <a:xfrm>
            <a:off x="7975600" y="3467100"/>
            <a:ext cx="3352800" cy="228600"/>
          </a:xfrm>
          <a:prstGeom prst="rect">
            <a:avLst/>
          </a:prstGeom>
          <a:noFill/>
        </p:spPr>
        <p:txBody>
          <a:bodyPr wrap="square" lIns="0" tIns="0" rIns="0" bIns="0" anchor="t"/>
          <a:lstStyle/>
          <a:p>
            <a:pPr algn="l"/>
            <a:r>
              <a:rPr lang="en-US" sz="1000" b="1" dirty="0">
                <a:solidFill>
                  <a:srgbClr val="8DC8E8"/>
                </a:solidFill>
              </a:rPr>
              <a:t>02</a:t>
            </a:r>
          </a:p>
        </p:txBody>
      </p:sp>
      <p:sp>
        <p:nvSpPr>
          <p:cNvPr id="1017" name="R2T"/>
          <p:cNvSpPr txBox="1"/>
          <p:nvPr/>
        </p:nvSpPr>
        <p:spPr>
          <a:xfrm>
            <a:off x="7975600" y="3746500"/>
            <a:ext cx="3352800" cy="762000"/>
          </a:xfrm>
          <a:prstGeom prst="rect">
            <a:avLst/>
          </a:prstGeom>
          <a:noFill/>
        </p:spPr>
        <p:txBody>
          <a:bodyPr wrap="square" lIns="0" tIns="0" rIns="0" bIns="0" anchor="t"/>
          <a:lstStyle/>
          <a:p>
            <a:pPr algn="l"/>
            <a:r>
              <a:rPr lang="en-US" sz="1400" b="1" dirty="0">
                <a:solidFill>
                  <a:srgbClr val="FFFFFF"/>
                </a:solidFill>
              </a:rPr>
              <a:t>READMEs, agent instructions, skills, prompts … most assume markdown</a:t>
            </a:r>
          </a:p>
        </p:txBody>
      </p:sp>
      <p:sp>
        <p:nvSpPr>
          <p:cNvPr id="1018" name="R3"/>
          <p:cNvSpPr/>
          <p:nvPr/>
        </p:nvSpPr>
        <p:spPr>
          <a:xfrm>
            <a:off x="7747000" y="4889500"/>
            <a:ext cx="3810000" cy="1397000"/>
          </a:xfrm>
          <a:prstGeom prst="roundRect">
            <a:avLst>
              <a:gd name="adj" fmla="val 8000"/>
            </a:avLst>
          </a:prstGeom>
          <a:solidFill>
            <a:srgbClr val="1A3052"/>
          </a:solidFill>
          <a:ln w="12700">
            <a:solidFill>
              <a:srgbClr val="B9DCD2"/>
            </a:solidFill>
          </a:ln>
        </p:spPr>
        <p:txBody>
          <a:bodyPr/>
          <a:lstStyle/>
          <a:p>
            <a:endParaRPr lang="en-US"/>
          </a:p>
        </p:txBody>
      </p:sp>
      <p:sp>
        <p:nvSpPr>
          <p:cNvPr id="1019" name="R3L"/>
          <p:cNvSpPr txBox="1"/>
          <p:nvPr/>
        </p:nvSpPr>
        <p:spPr>
          <a:xfrm>
            <a:off x="7975600" y="5054600"/>
            <a:ext cx="3352800" cy="228600"/>
          </a:xfrm>
          <a:prstGeom prst="rect">
            <a:avLst/>
          </a:prstGeom>
          <a:noFill/>
        </p:spPr>
        <p:txBody>
          <a:bodyPr wrap="square" lIns="0" tIns="0" rIns="0" bIns="0" anchor="t"/>
          <a:lstStyle/>
          <a:p>
            <a:pPr algn="l"/>
            <a:r>
              <a:rPr lang="en-US" sz="1000" b="1" dirty="0">
                <a:solidFill>
                  <a:srgbClr val="B9DCD2"/>
                </a:solidFill>
              </a:rPr>
              <a:t>03</a:t>
            </a:r>
          </a:p>
        </p:txBody>
      </p:sp>
      <p:sp>
        <p:nvSpPr>
          <p:cNvPr id="1020" name="R3T"/>
          <p:cNvSpPr txBox="1"/>
          <p:nvPr/>
        </p:nvSpPr>
        <p:spPr>
          <a:xfrm>
            <a:off x="7975600" y="5334000"/>
            <a:ext cx="3352800" cy="762000"/>
          </a:xfrm>
          <a:prstGeom prst="rect">
            <a:avLst/>
          </a:prstGeom>
          <a:noFill/>
        </p:spPr>
        <p:txBody>
          <a:bodyPr wrap="square" lIns="0" tIns="0" rIns="0" bIns="0" anchor="t"/>
          <a:lstStyle/>
          <a:p>
            <a:pPr algn="l"/>
            <a:r>
              <a:rPr lang="en-US" sz="1400" b="1" dirty="0">
                <a:solidFill>
                  <a:srgbClr val="FFFFFF"/>
                </a:solidFill>
              </a:rPr>
              <a:t>Diff-friendly, human-friendly, model-friendly</a:t>
            </a:r>
          </a:p>
        </p:txBody>
      </p:sp>
      <p:sp>
        <p:nvSpPr>
          <p:cNvPr id="1021" name="Bot"/>
          <p:cNvSpPr txBox="1"/>
          <p:nvPr/>
        </p:nvSpPr>
        <p:spPr>
          <a:xfrm>
            <a:off x="7747000" y="5969000"/>
            <a:ext cx="3810000" cy="304800"/>
          </a:xfrm>
          <a:prstGeom prst="rect">
            <a:avLst/>
          </a:prstGeom>
          <a:noFill/>
        </p:spPr>
        <p:txBody>
          <a:bodyPr wrap="square" lIns="0" tIns="0" rIns="0" bIns="0" anchor="t"/>
          <a:lstStyle/>
          <a:p>
            <a:pPr algn="ctr"/>
            <a:r>
              <a:rPr lang="en-US" sz="1400" b="1" dirty="0">
                <a:solidFill>
                  <a:srgbClr val="49C5B1"/>
                </a:solidFill>
              </a:rPr>
              <a:t>You will write a lot of it.</a:t>
            </a:r>
          </a:p>
        </p:txBody>
      </p:sp>
    </p:spTree>
    <p:extLst>
      <p:ext uri="{BB962C8B-B14F-4D97-AF65-F5344CB8AC3E}">
        <p14:creationId xmlns:p14="http://schemas.microsoft.com/office/powerpoint/2010/main" val="30096653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AGENTS.md | CLAUDE.md | copilot-instructions.md</a:t>
            </a:r>
          </a:p>
        </p:txBody>
      </p:sp>
      <p:sp>
        <p:nvSpPr>
          <p:cNvPr id="1000" name="Hero"/>
          <p:cNvSpPr/>
          <p:nvPr/>
        </p:nvSpPr>
        <p:spPr>
          <a:xfrm>
            <a:off x="635000" y="1651000"/>
            <a:ext cx="10922000" cy="9906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001" name="HL"/>
          <p:cNvSpPr txBox="1"/>
          <p:nvPr/>
        </p:nvSpPr>
        <p:spPr>
          <a:xfrm>
            <a:off x="889000" y="1828800"/>
            <a:ext cx="10414000" cy="228600"/>
          </a:xfrm>
          <a:prstGeom prst="rect">
            <a:avLst/>
          </a:prstGeom>
          <a:noFill/>
        </p:spPr>
        <p:txBody>
          <a:bodyPr wrap="square" rtlCol="0" anchor="t"/>
          <a:lstStyle/>
          <a:p>
            <a:pPr algn="ctr"/>
            <a:r>
              <a:rPr lang="en-US" sz="1000" b="1" dirty="0">
                <a:solidFill>
                  <a:srgbClr val="0078D3"/>
                </a:solidFill>
              </a:rPr>
              <a:t>THE SHIFT</a:t>
            </a:r>
          </a:p>
        </p:txBody>
      </p:sp>
      <p:sp>
        <p:nvSpPr>
          <p:cNvPr id="1002" name="HT"/>
          <p:cNvSpPr txBox="1"/>
          <p:nvPr/>
        </p:nvSpPr>
        <p:spPr>
          <a:xfrm>
            <a:off x="889000" y="2133600"/>
            <a:ext cx="10414000" cy="406400"/>
          </a:xfrm>
          <a:prstGeom prst="rect">
            <a:avLst/>
          </a:prstGeom>
          <a:noFill/>
        </p:spPr>
        <p:txBody>
          <a:bodyPr wrap="square" rtlCol="0" anchor="t"/>
          <a:lstStyle/>
          <a:p>
            <a:pPr algn="ctr"/>
            <a:r>
              <a:rPr lang="en-US" sz="1700" b="1" dirty="0">
                <a:solidFill>
                  <a:srgbClr val="FFFFFF"/>
                </a:solidFill>
              </a:rPr>
              <a:t>README.md is for humans. AGENTS.md is for the AI.</a:t>
            </a:r>
          </a:p>
        </p:txBody>
      </p:sp>
      <p:sp>
        <p:nvSpPr>
          <p:cNvPr id="1003" name="C"/>
          <p:cNvSpPr/>
          <p:nvPr/>
        </p:nvSpPr>
        <p:spPr>
          <a:xfrm>
            <a:off x="635000" y="2946400"/>
            <a:ext cx="3492500" cy="21590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1004" name="L"/>
          <p:cNvSpPr txBox="1"/>
          <p:nvPr/>
        </p:nvSpPr>
        <p:spPr>
          <a:xfrm>
            <a:off x="863600" y="3124200"/>
            <a:ext cx="3035300" cy="228600"/>
          </a:xfrm>
          <a:prstGeom prst="rect">
            <a:avLst/>
          </a:prstGeom>
          <a:noFill/>
        </p:spPr>
        <p:txBody>
          <a:bodyPr wrap="square" rtlCol="0" anchor="t"/>
          <a:lstStyle/>
          <a:p>
            <a:pPr algn="l"/>
            <a:r>
              <a:rPr lang="en-US" sz="1000" b="1" dirty="0">
                <a:solidFill>
                  <a:srgbClr val="49C5B1"/>
                </a:solidFill>
              </a:rPr>
              <a:t>WHAT IT IS</a:t>
            </a:r>
          </a:p>
        </p:txBody>
      </p:sp>
      <p:sp>
        <p:nvSpPr>
          <p:cNvPr id="1005" name="T"/>
          <p:cNvSpPr txBox="1"/>
          <p:nvPr/>
        </p:nvSpPr>
        <p:spPr>
          <a:xfrm>
            <a:off x="863600" y="3403600"/>
            <a:ext cx="3035300" cy="381000"/>
          </a:xfrm>
          <a:prstGeom prst="rect">
            <a:avLst/>
          </a:prstGeom>
          <a:noFill/>
        </p:spPr>
        <p:txBody>
          <a:bodyPr wrap="square" rtlCol="0" anchor="t"/>
          <a:lstStyle/>
          <a:p>
            <a:pPr algn="l"/>
            <a:r>
              <a:rPr lang="en-US" sz="1500" b="1" dirty="0">
                <a:solidFill>
                  <a:srgbClr val="FFFFFF"/>
                </a:solidFill>
              </a:rPr>
              <a:t>A markdown file at the project root</a:t>
            </a:r>
          </a:p>
        </p:txBody>
      </p:sp>
      <p:sp>
        <p:nvSpPr>
          <p:cNvPr id="1006" name="B"/>
          <p:cNvSpPr txBox="1"/>
          <p:nvPr/>
        </p:nvSpPr>
        <p:spPr>
          <a:xfrm>
            <a:off x="863600" y="3987800"/>
            <a:ext cx="3035300" cy="1016000"/>
          </a:xfrm>
          <a:prstGeom prst="rect">
            <a:avLst/>
          </a:prstGeom>
          <a:noFill/>
        </p:spPr>
        <p:txBody>
          <a:bodyPr wrap="square" rtlCol="0" anchor="t"/>
          <a:lstStyle/>
          <a:p>
            <a:pPr algn="l"/>
            <a:r>
              <a:rPr lang="en-US" sz="1400" dirty="0">
                <a:solidFill>
                  <a:srgbClr val="FFFFFF"/>
                </a:solidFill>
              </a:rPr>
              <a:t>Tells the agent how to behave in your Power BI repo — the same way you'd brief a new analyst joining the team.</a:t>
            </a:r>
          </a:p>
        </p:txBody>
      </p:sp>
      <p:sp>
        <p:nvSpPr>
          <p:cNvPr id="1007" name="C"/>
          <p:cNvSpPr/>
          <p:nvPr/>
        </p:nvSpPr>
        <p:spPr>
          <a:xfrm>
            <a:off x="4343400" y="2946400"/>
            <a:ext cx="3492500" cy="2159000"/>
          </a:xfrm>
          <a:prstGeom prst="roundRect">
            <a:avLst>
              <a:gd name="adj" fmla="val 8000"/>
            </a:avLst>
          </a:prstGeom>
          <a:solidFill>
            <a:srgbClr val="1A3052"/>
          </a:solidFill>
          <a:ln w="12700">
            <a:solidFill>
              <a:srgbClr val="8DC8E8"/>
            </a:solidFill>
          </a:ln>
        </p:spPr>
        <p:txBody>
          <a:bodyPr wrap="square" rtlCol="0" anchor="t"/>
          <a:lstStyle/>
          <a:p>
            <a:endParaRPr lang="en-US"/>
          </a:p>
        </p:txBody>
      </p:sp>
      <p:sp>
        <p:nvSpPr>
          <p:cNvPr id="1008" name="L"/>
          <p:cNvSpPr txBox="1"/>
          <p:nvPr/>
        </p:nvSpPr>
        <p:spPr>
          <a:xfrm>
            <a:off x="4572000" y="3124200"/>
            <a:ext cx="3035300" cy="228600"/>
          </a:xfrm>
          <a:prstGeom prst="rect">
            <a:avLst/>
          </a:prstGeom>
          <a:noFill/>
        </p:spPr>
        <p:txBody>
          <a:bodyPr wrap="square" rtlCol="0" anchor="t"/>
          <a:lstStyle/>
          <a:p>
            <a:pPr algn="l"/>
            <a:r>
              <a:rPr lang="en-US" sz="1000" b="1" dirty="0">
                <a:solidFill>
                  <a:srgbClr val="8DC8E8"/>
                </a:solidFill>
              </a:rPr>
              <a:t>WHAT GOES IN IT</a:t>
            </a:r>
          </a:p>
        </p:txBody>
      </p:sp>
      <p:sp>
        <p:nvSpPr>
          <p:cNvPr id="1009" name="T"/>
          <p:cNvSpPr txBox="1"/>
          <p:nvPr/>
        </p:nvSpPr>
        <p:spPr>
          <a:xfrm>
            <a:off x="4572000" y="3403600"/>
            <a:ext cx="3035300" cy="381000"/>
          </a:xfrm>
          <a:prstGeom prst="rect">
            <a:avLst/>
          </a:prstGeom>
          <a:noFill/>
        </p:spPr>
        <p:txBody>
          <a:bodyPr wrap="square" rtlCol="0" anchor="t"/>
          <a:lstStyle/>
          <a:p>
            <a:pPr algn="l"/>
            <a:r>
              <a:rPr lang="en-US" sz="1500" b="1" dirty="0">
                <a:solidFill>
                  <a:srgbClr val="FFFFFF"/>
                </a:solidFill>
              </a:rPr>
              <a:t>Conventions and guardrails</a:t>
            </a:r>
          </a:p>
        </p:txBody>
      </p:sp>
      <p:sp>
        <p:nvSpPr>
          <p:cNvPr id="1010" name="B"/>
          <p:cNvSpPr txBox="1"/>
          <p:nvPr/>
        </p:nvSpPr>
        <p:spPr>
          <a:xfrm>
            <a:off x="4572000" y="3987800"/>
            <a:ext cx="3035300" cy="1016000"/>
          </a:xfrm>
          <a:prstGeom prst="rect">
            <a:avLst/>
          </a:prstGeom>
          <a:noFill/>
        </p:spPr>
        <p:txBody>
          <a:bodyPr wrap="square" rtlCol="0" anchor="t"/>
          <a:lstStyle/>
          <a:p>
            <a:pPr algn="l"/>
            <a:r>
              <a:rPr lang="en-US" sz="1400" dirty="0">
                <a:solidFill>
                  <a:srgbClr val="FFFFFF"/>
                </a:solidFill>
              </a:rPr>
              <a:t>PBIP project layout, TMDL naming conventions, BPA rule sets, and the measures never to touch.</a:t>
            </a:r>
          </a:p>
        </p:txBody>
      </p:sp>
      <p:sp>
        <p:nvSpPr>
          <p:cNvPr id="1011" name="C"/>
          <p:cNvSpPr/>
          <p:nvPr/>
        </p:nvSpPr>
        <p:spPr>
          <a:xfrm>
            <a:off x="8051800" y="2946400"/>
            <a:ext cx="3492500" cy="2159000"/>
          </a:xfrm>
          <a:prstGeom prst="roundRect">
            <a:avLst>
              <a:gd name="adj" fmla="val 8000"/>
            </a:avLst>
          </a:prstGeom>
          <a:solidFill>
            <a:srgbClr val="1A3052"/>
          </a:solidFill>
          <a:ln w="12700">
            <a:solidFill>
              <a:srgbClr val="B9DCD2"/>
            </a:solidFill>
          </a:ln>
        </p:spPr>
        <p:txBody>
          <a:bodyPr wrap="square" rtlCol="0" anchor="t"/>
          <a:lstStyle/>
          <a:p>
            <a:endParaRPr lang="en-US"/>
          </a:p>
        </p:txBody>
      </p:sp>
      <p:sp>
        <p:nvSpPr>
          <p:cNvPr id="1012" name="L"/>
          <p:cNvSpPr txBox="1"/>
          <p:nvPr/>
        </p:nvSpPr>
        <p:spPr>
          <a:xfrm>
            <a:off x="8280400" y="3124200"/>
            <a:ext cx="3035300" cy="228600"/>
          </a:xfrm>
          <a:prstGeom prst="rect">
            <a:avLst/>
          </a:prstGeom>
          <a:noFill/>
        </p:spPr>
        <p:txBody>
          <a:bodyPr wrap="square" rtlCol="0" anchor="t"/>
          <a:lstStyle/>
          <a:p>
            <a:pPr algn="l"/>
            <a:r>
              <a:rPr lang="en-US" sz="1000" b="1" dirty="0">
                <a:solidFill>
                  <a:srgbClr val="B9DCD2"/>
                </a:solidFill>
              </a:rPr>
              <a:t>WHO READS IT</a:t>
            </a:r>
          </a:p>
        </p:txBody>
      </p:sp>
      <p:sp>
        <p:nvSpPr>
          <p:cNvPr id="1013" name="T"/>
          <p:cNvSpPr txBox="1"/>
          <p:nvPr/>
        </p:nvSpPr>
        <p:spPr>
          <a:xfrm>
            <a:off x="8280400" y="3403600"/>
            <a:ext cx="3035300" cy="381000"/>
          </a:xfrm>
          <a:prstGeom prst="rect">
            <a:avLst/>
          </a:prstGeom>
          <a:noFill/>
        </p:spPr>
        <p:txBody>
          <a:bodyPr wrap="square" rtlCol="0" anchor="t"/>
          <a:lstStyle/>
          <a:p>
            <a:pPr algn="l"/>
            <a:r>
              <a:rPr lang="en-US" sz="1500" b="1" dirty="0">
                <a:solidFill>
                  <a:srgbClr val="FFFFFF"/>
                </a:solidFill>
              </a:rPr>
              <a:t>Every major agent</a:t>
            </a:r>
          </a:p>
        </p:txBody>
      </p:sp>
      <p:sp>
        <p:nvSpPr>
          <p:cNvPr id="1014" name="B"/>
          <p:cNvSpPr txBox="1"/>
          <p:nvPr/>
        </p:nvSpPr>
        <p:spPr>
          <a:xfrm>
            <a:off x="8280400" y="3987800"/>
            <a:ext cx="3035300" cy="1016000"/>
          </a:xfrm>
          <a:prstGeom prst="rect">
            <a:avLst/>
          </a:prstGeom>
          <a:noFill/>
        </p:spPr>
        <p:txBody>
          <a:bodyPr wrap="square" rtlCol="0" anchor="t"/>
          <a:lstStyle/>
          <a:p>
            <a:pPr algn="l"/>
            <a:r>
              <a:rPr lang="en-US" sz="1400" dirty="0">
                <a:solidFill>
                  <a:srgbClr val="FFFFFF"/>
                </a:solidFill>
              </a:rPr>
              <a:t>AGENTS.md is an open standard. CLAUDE.md and copilot-instructions.md are tool-specific equivalents.</a:t>
            </a:r>
          </a:p>
        </p:txBody>
      </p:sp>
      <p:sp>
        <p:nvSpPr>
          <p:cNvPr id="1015" name="CTA"/>
          <p:cNvSpPr/>
          <p:nvPr/>
        </p:nvSpPr>
        <p:spPr>
          <a:xfrm>
            <a:off x="635000" y="5397500"/>
            <a:ext cx="10922000" cy="889000"/>
          </a:xfrm>
          <a:prstGeom prst="roundRect">
            <a:avLst>
              <a:gd name="adj" fmla="val 8000"/>
            </a:avLst>
          </a:prstGeom>
          <a:solidFill>
            <a:srgbClr val="0F2543"/>
          </a:solidFill>
          <a:ln w="12700">
            <a:solidFill>
              <a:srgbClr val="49C5B1"/>
            </a:solidFill>
          </a:ln>
        </p:spPr>
        <p:txBody>
          <a:bodyPr wrap="square" rtlCol="0" anchor="t"/>
          <a:lstStyle/>
          <a:p>
            <a:endParaRPr lang="en-US"/>
          </a:p>
        </p:txBody>
      </p:sp>
      <p:sp>
        <p:nvSpPr>
          <p:cNvPr id="1016" name="CTAt1"/>
          <p:cNvSpPr txBox="1"/>
          <p:nvPr/>
        </p:nvSpPr>
        <p:spPr>
          <a:xfrm>
            <a:off x="889000" y="5588000"/>
            <a:ext cx="10414000" cy="279400"/>
          </a:xfrm>
          <a:prstGeom prst="rect">
            <a:avLst/>
          </a:prstGeom>
          <a:noFill/>
        </p:spPr>
        <p:txBody>
          <a:bodyPr wrap="square" rtlCol="0" anchor="t"/>
          <a:lstStyle/>
          <a:p>
            <a:pPr algn="ctr"/>
            <a:r>
              <a:rPr lang="en-US" sz="1100" b="1" dirty="0">
                <a:solidFill>
                  <a:srgbClr val="49C5B1"/>
                </a:solidFill>
              </a:rPr>
              <a:t>IF YOU DO ONE THING FROM THIS TALK</a:t>
            </a:r>
          </a:p>
        </p:txBody>
      </p:sp>
      <p:sp>
        <p:nvSpPr>
          <p:cNvPr id="1017" name="CTAt2"/>
          <p:cNvSpPr txBox="1"/>
          <p:nvPr/>
        </p:nvSpPr>
        <p:spPr>
          <a:xfrm>
            <a:off x="889000" y="5867400"/>
            <a:ext cx="10414000" cy="381000"/>
          </a:xfrm>
          <a:prstGeom prst="rect">
            <a:avLst/>
          </a:prstGeom>
          <a:noFill/>
        </p:spPr>
        <p:txBody>
          <a:bodyPr wrap="square" rtlCol="0" anchor="t"/>
          <a:lstStyle/>
          <a:p>
            <a:pPr algn="ctr"/>
            <a:r>
              <a:rPr lang="en-US" sz="1800" b="1" dirty="0">
                <a:solidFill>
                  <a:srgbClr val="FFFFFF"/>
                </a:solidFill>
              </a:rPr>
              <a:t>Add an AGENTS.md to your project today.</a:t>
            </a:r>
          </a:p>
        </p:txBody>
      </p:sp>
    </p:spTree>
    <p:extLst>
      <p:ext uri="{BB962C8B-B14F-4D97-AF65-F5344CB8AC3E}">
        <p14:creationId xmlns:p14="http://schemas.microsoft.com/office/powerpoint/2010/main" val="251811279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947542C7-AA8D-AB0D-0EAD-932D00BB2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C95D5FF6-FAA3-8278-4328-ECC6FBBEB361}"/>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Layered context</a:t>
            </a:r>
          </a:p>
        </p:txBody>
      </p:sp>
      <p:sp>
        <p:nvSpPr>
          <p:cNvPr id="1100" name="Card"/>
          <p:cNvSpPr/>
          <p:nvPr/>
        </p:nvSpPr>
        <p:spPr>
          <a:xfrm>
            <a:off x="635000" y="1841500"/>
            <a:ext cx="3429000" cy="29210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102" name="Sc"/>
          <p:cNvSpPr txBox="1"/>
          <p:nvPr/>
        </p:nvSpPr>
        <p:spPr>
          <a:xfrm>
            <a:off x="889000" y="2120900"/>
            <a:ext cx="2921000" cy="228600"/>
          </a:xfrm>
          <a:prstGeom prst="rect">
            <a:avLst/>
          </a:prstGeom>
          <a:noFill/>
        </p:spPr>
        <p:txBody>
          <a:bodyPr wrap="square" rtlCol="0" anchor="t"/>
          <a:lstStyle/>
          <a:p>
            <a:pPr algn="l"/>
            <a:r>
              <a:rPr lang="en-US" sz="1000" b="1" dirty="0">
                <a:solidFill>
                  <a:srgbClr val="0078D3"/>
                </a:solidFill>
              </a:rPr>
              <a:t>GLOBAL</a:t>
            </a:r>
          </a:p>
        </p:txBody>
      </p:sp>
      <p:sp>
        <p:nvSpPr>
          <p:cNvPr id="1103" name="Pa"/>
          <p:cNvSpPr txBox="1"/>
          <p:nvPr/>
        </p:nvSpPr>
        <p:spPr>
          <a:xfrm>
            <a:off x="889000" y="2425700"/>
            <a:ext cx="2921000" cy="279400"/>
          </a:xfrm>
          <a:prstGeom prst="rect">
            <a:avLst/>
          </a:prstGeom>
          <a:noFill/>
        </p:spPr>
        <p:txBody>
          <a:bodyPr wrap="square" rtlCol="0" anchor="t"/>
          <a:lstStyle/>
          <a:p>
            <a:pPr algn="l"/>
            <a:r>
              <a:rPr lang="en-US" sz="1300" b="1" dirty="0">
                <a:solidFill>
                  <a:srgbClr val="FFFFFF"/>
                </a:solidFill>
                <a:latin typeface="Consolas"/>
              </a:rPr>
              <a:t>~/.claude/CLAUDE.md</a:t>
            </a:r>
          </a:p>
        </p:txBody>
      </p:sp>
      <p:sp>
        <p:nvSpPr>
          <p:cNvPr id="1104" name="Ti"/>
          <p:cNvSpPr txBox="1"/>
          <p:nvPr/>
        </p:nvSpPr>
        <p:spPr>
          <a:xfrm>
            <a:off x="889000" y="2832100"/>
            <a:ext cx="2921000" cy="304800"/>
          </a:xfrm>
          <a:prstGeom prst="rect">
            <a:avLst/>
          </a:prstGeom>
          <a:noFill/>
        </p:spPr>
        <p:txBody>
          <a:bodyPr wrap="square" rtlCol="0" anchor="t"/>
          <a:lstStyle/>
          <a:p>
            <a:pPr algn="l"/>
            <a:r>
              <a:rPr lang="en-US" sz="1500" b="1" dirty="0">
                <a:solidFill>
                  <a:srgbClr val="FFFFFF"/>
                </a:solidFill>
              </a:rPr>
              <a:t>Your personal preferences</a:t>
            </a:r>
          </a:p>
        </p:txBody>
      </p:sp>
      <p:sp>
        <p:nvSpPr>
          <p:cNvPr id="1105" name="Bd"/>
          <p:cNvSpPr txBox="1"/>
          <p:nvPr/>
        </p:nvSpPr>
        <p:spPr>
          <a:xfrm>
            <a:off x="889000" y="3238500"/>
            <a:ext cx="2921000" cy="1270000"/>
          </a:xfrm>
          <a:prstGeom prst="rect">
            <a:avLst/>
          </a:prstGeom>
          <a:noFill/>
        </p:spPr>
        <p:txBody>
          <a:bodyPr wrap="square" rtlCol="0" anchor="t"/>
          <a:lstStyle/>
          <a:p>
            <a:pPr algn="l"/>
            <a:r>
              <a:rPr lang="en-US" sz="1300" dirty="0">
                <a:solidFill>
                  <a:srgbClr val="FFFFFF"/>
                </a:solidFill>
              </a:rPr>
              <a:t>Applies to every Power BI project you touch. "Always write DAX with explicit table prefixes." "Use kebab-case for TMDL filenames."</a:t>
            </a:r>
          </a:p>
        </p:txBody>
      </p:sp>
      <p:sp>
        <p:nvSpPr>
          <p:cNvPr id="1108" name="Card"/>
          <p:cNvSpPr/>
          <p:nvPr/>
        </p:nvSpPr>
        <p:spPr>
          <a:xfrm>
            <a:off x="4381500" y="1841500"/>
            <a:ext cx="3429000" cy="29210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1110" name="Sc"/>
          <p:cNvSpPr txBox="1"/>
          <p:nvPr/>
        </p:nvSpPr>
        <p:spPr>
          <a:xfrm>
            <a:off x="4635500" y="2120900"/>
            <a:ext cx="2921000" cy="228600"/>
          </a:xfrm>
          <a:prstGeom prst="rect">
            <a:avLst/>
          </a:prstGeom>
          <a:noFill/>
        </p:spPr>
        <p:txBody>
          <a:bodyPr wrap="square" rtlCol="0" anchor="t"/>
          <a:lstStyle/>
          <a:p>
            <a:pPr algn="l"/>
            <a:r>
              <a:rPr lang="en-US" sz="1000" b="1" dirty="0">
                <a:solidFill>
                  <a:srgbClr val="49C5B1"/>
                </a:solidFill>
              </a:rPr>
              <a:t>PROJECT</a:t>
            </a:r>
          </a:p>
        </p:txBody>
      </p:sp>
      <p:sp>
        <p:nvSpPr>
          <p:cNvPr id="1111" name="Pa"/>
          <p:cNvSpPr txBox="1"/>
          <p:nvPr/>
        </p:nvSpPr>
        <p:spPr>
          <a:xfrm>
            <a:off x="4635500" y="2425700"/>
            <a:ext cx="2921000" cy="279400"/>
          </a:xfrm>
          <a:prstGeom prst="rect">
            <a:avLst/>
          </a:prstGeom>
          <a:noFill/>
        </p:spPr>
        <p:txBody>
          <a:bodyPr wrap="square" rtlCol="0" anchor="t"/>
          <a:lstStyle/>
          <a:p>
            <a:pPr algn="l"/>
            <a:r>
              <a:rPr lang="en-US" sz="1300" b="1" dirty="0">
                <a:solidFill>
                  <a:srgbClr val="FFFFFF"/>
                </a:solidFill>
                <a:latin typeface="Consolas"/>
              </a:rPr>
              <a:t>AGENTS.md</a:t>
            </a:r>
          </a:p>
        </p:txBody>
      </p:sp>
      <p:sp>
        <p:nvSpPr>
          <p:cNvPr id="1112" name="Ti"/>
          <p:cNvSpPr txBox="1"/>
          <p:nvPr/>
        </p:nvSpPr>
        <p:spPr>
          <a:xfrm>
            <a:off x="4635500" y="2832100"/>
            <a:ext cx="2921000" cy="304800"/>
          </a:xfrm>
          <a:prstGeom prst="rect">
            <a:avLst/>
          </a:prstGeom>
          <a:noFill/>
        </p:spPr>
        <p:txBody>
          <a:bodyPr wrap="square" rtlCol="0" anchor="t"/>
          <a:lstStyle/>
          <a:p>
            <a:pPr algn="l"/>
            <a:r>
              <a:rPr lang="en-US" sz="1500" b="1" dirty="0">
                <a:solidFill>
                  <a:srgbClr val="FFFFFF"/>
                </a:solidFill>
              </a:rPr>
              <a:t>Team standards</a:t>
            </a:r>
          </a:p>
        </p:txBody>
      </p:sp>
      <p:sp>
        <p:nvSpPr>
          <p:cNvPr id="1113" name="Bd"/>
          <p:cNvSpPr txBox="1"/>
          <p:nvPr/>
        </p:nvSpPr>
        <p:spPr>
          <a:xfrm>
            <a:off x="4635500" y="3238500"/>
            <a:ext cx="2921000" cy="1270000"/>
          </a:xfrm>
          <a:prstGeom prst="rect">
            <a:avLst/>
          </a:prstGeom>
          <a:noFill/>
        </p:spPr>
        <p:txBody>
          <a:bodyPr wrap="square" rtlCol="0" anchor="t"/>
          <a:lstStyle/>
          <a:p>
            <a:pPr algn="l"/>
            <a:r>
              <a:rPr lang="en-US" sz="1300" dirty="0">
                <a:solidFill>
                  <a:srgbClr val="FFFFFF"/>
                </a:solidFill>
              </a:rPr>
              <a:t>Committed alongside your PBIP. Every analyst — and every agent — reads the same model conventions.</a:t>
            </a:r>
          </a:p>
        </p:txBody>
      </p:sp>
      <p:sp>
        <p:nvSpPr>
          <p:cNvPr id="1116" name="Card"/>
          <p:cNvSpPr/>
          <p:nvPr/>
        </p:nvSpPr>
        <p:spPr>
          <a:xfrm>
            <a:off x="8128000" y="1841500"/>
            <a:ext cx="3429000" cy="29210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1118" name="Sc"/>
          <p:cNvSpPr txBox="1"/>
          <p:nvPr/>
        </p:nvSpPr>
        <p:spPr>
          <a:xfrm>
            <a:off x="8382000" y="2120900"/>
            <a:ext cx="2921000" cy="228600"/>
          </a:xfrm>
          <a:prstGeom prst="rect">
            <a:avLst/>
          </a:prstGeom>
          <a:noFill/>
        </p:spPr>
        <p:txBody>
          <a:bodyPr wrap="square" rtlCol="0" anchor="t"/>
          <a:lstStyle/>
          <a:p>
            <a:pPr algn="l"/>
            <a:r>
              <a:rPr lang="en-US" sz="1000" b="1" dirty="0">
                <a:solidFill>
                  <a:srgbClr val="F0B860"/>
                </a:solidFill>
              </a:rPr>
              <a:t>LOCAL</a:t>
            </a:r>
          </a:p>
        </p:txBody>
      </p:sp>
      <p:sp>
        <p:nvSpPr>
          <p:cNvPr id="1119" name="Pa"/>
          <p:cNvSpPr txBox="1"/>
          <p:nvPr/>
        </p:nvSpPr>
        <p:spPr>
          <a:xfrm>
            <a:off x="8382000" y="2425700"/>
            <a:ext cx="2921000" cy="279400"/>
          </a:xfrm>
          <a:prstGeom prst="rect">
            <a:avLst/>
          </a:prstGeom>
          <a:noFill/>
        </p:spPr>
        <p:txBody>
          <a:bodyPr wrap="square" rtlCol="0" anchor="t"/>
          <a:lstStyle/>
          <a:p>
            <a:pPr algn="l"/>
            <a:r>
              <a:rPr lang="en-US" sz="1300" b="1" dirty="0">
                <a:solidFill>
                  <a:srgbClr val="FFFFFF"/>
                </a:solidFill>
                <a:latin typeface="Consolas"/>
              </a:rPr>
              <a:t>.local files</a:t>
            </a:r>
          </a:p>
        </p:txBody>
      </p:sp>
      <p:sp>
        <p:nvSpPr>
          <p:cNvPr id="1120" name="Ti"/>
          <p:cNvSpPr txBox="1"/>
          <p:nvPr/>
        </p:nvSpPr>
        <p:spPr>
          <a:xfrm>
            <a:off x="8382000" y="2832100"/>
            <a:ext cx="2921000" cy="304800"/>
          </a:xfrm>
          <a:prstGeom prst="rect">
            <a:avLst/>
          </a:prstGeom>
          <a:noFill/>
        </p:spPr>
        <p:txBody>
          <a:bodyPr wrap="square" rtlCol="0" anchor="t"/>
          <a:lstStyle/>
          <a:p>
            <a:pPr algn="l"/>
            <a:r>
              <a:rPr lang="en-US" sz="1500" b="1" dirty="0">
                <a:solidFill>
                  <a:srgbClr val="FFFFFF"/>
                </a:solidFill>
              </a:rPr>
              <a:t>Personal sandbox</a:t>
            </a:r>
          </a:p>
        </p:txBody>
      </p:sp>
      <p:sp>
        <p:nvSpPr>
          <p:cNvPr id="1121" name="Bd"/>
          <p:cNvSpPr txBox="1"/>
          <p:nvPr/>
        </p:nvSpPr>
        <p:spPr>
          <a:xfrm>
            <a:off x="8382000" y="3238500"/>
            <a:ext cx="2921000" cy="1270000"/>
          </a:xfrm>
          <a:prstGeom prst="rect">
            <a:avLst/>
          </a:prstGeom>
          <a:noFill/>
        </p:spPr>
        <p:txBody>
          <a:bodyPr wrap="square" rtlCol="0" anchor="t"/>
          <a:lstStyle/>
          <a:p>
            <a:pPr algn="l"/>
            <a:r>
              <a:rPr lang="en-US" sz="1300" dirty="0">
                <a:solidFill>
                  <a:srgbClr val="FFFFFF"/>
                </a:solidFill>
              </a:rPr>
              <a:t>Gitignored. Path overrides, machine-specific tweaks that don't belong in the shared repo.</a:t>
            </a:r>
          </a:p>
        </p:txBody>
      </p:sp>
      <p:sp>
        <p:nvSpPr>
          <p:cNvPr id="1500" name="B1"/>
          <p:cNvSpPr/>
          <p:nvPr/>
        </p:nvSpPr>
        <p:spPr>
          <a:xfrm>
            <a:off x="635000" y="5016500"/>
            <a:ext cx="5372100" cy="1206500"/>
          </a:xfrm>
          <a:prstGeom prst="roundRect">
            <a:avLst>
              <a:gd name="adj" fmla="val 8000"/>
            </a:avLst>
          </a:prstGeom>
          <a:solidFill>
            <a:srgbClr val="0F2543"/>
          </a:solidFill>
          <a:ln w="12700">
            <a:solidFill>
              <a:srgbClr val="0078D3"/>
            </a:solidFill>
          </a:ln>
        </p:spPr>
        <p:txBody>
          <a:bodyPr wrap="square" rtlCol="0" anchor="t"/>
          <a:lstStyle/>
          <a:p>
            <a:endParaRPr lang="en-US"/>
          </a:p>
        </p:txBody>
      </p:sp>
      <p:sp>
        <p:nvSpPr>
          <p:cNvPr id="1501" name="B1L"/>
          <p:cNvSpPr txBox="1"/>
          <p:nvPr/>
        </p:nvSpPr>
        <p:spPr>
          <a:xfrm>
            <a:off x="863600" y="5194300"/>
            <a:ext cx="4914900" cy="203200"/>
          </a:xfrm>
          <a:prstGeom prst="rect">
            <a:avLst/>
          </a:prstGeom>
          <a:noFill/>
        </p:spPr>
        <p:txBody>
          <a:bodyPr wrap="square" rtlCol="0" anchor="t"/>
          <a:lstStyle/>
          <a:p>
            <a:pPr algn="l"/>
            <a:r>
              <a:rPr lang="en-US" sz="1000" b="1" dirty="0">
                <a:solidFill>
                  <a:srgbClr val="0078D3"/>
                </a:solidFill>
              </a:rPr>
              <a:t>PRECEDENCE</a:t>
            </a:r>
          </a:p>
        </p:txBody>
      </p:sp>
      <p:sp>
        <p:nvSpPr>
          <p:cNvPr id="1502" name="B1T"/>
          <p:cNvSpPr txBox="1"/>
          <p:nvPr/>
        </p:nvSpPr>
        <p:spPr>
          <a:xfrm>
            <a:off x="863600" y="5448300"/>
            <a:ext cx="4914900" cy="279400"/>
          </a:xfrm>
          <a:prstGeom prst="rect">
            <a:avLst/>
          </a:prstGeom>
          <a:noFill/>
        </p:spPr>
        <p:txBody>
          <a:bodyPr wrap="square" rtlCol="0" anchor="t"/>
          <a:lstStyle/>
          <a:p>
            <a:pPr algn="l"/>
            <a:r>
              <a:rPr lang="en-US" sz="1400" b="1" dirty="0">
                <a:solidFill>
                  <a:srgbClr val="FFFFFF"/>
                </a:solidFill>
              </a:rPr>
              <a:t>Team standards beat personal preferences</a:t>
            </a:r>
          </a:p>
        </p:txBody>
      </p:sp>
      <p:sp>
        <p:nvSpPr>
          <p:cNvPr id="1503" name="B1B"/>
          <p:cNvSpPr txBox="1"/>
          <p:nvPr/>
        </p:nvSpPr>
        <p:spPr>
          <a:xfrm>
            <a:off x="863600" y="5778500"/>
            <a:ext cx="4914900" cy="381000"/>
          </a:xfrm>
          <a:prstGeom prst="rect">
            <a:avLst/>
          </a:prstGeom>
          <a:noFill/>
        </p:spPr>
        <p:txBody>
          <a:bodyPr wrap="square" rtlCol="0" anchor="t"/>
          <a:lstStyle/>
          <a:p>
            <a:pPr algn="l"/>
            <a:r>
              <a:rPr lang="en-US" sz="1200" dirty="0">
                <a:solidFill>
                  <a:srgbClr val="B9DCD2"/>
                </a:solidFill>
              </a:rPr>
              <a:t>Agent reads all three, but project rules override your globals.</a:t>
            </a:r>
          </a:p>
        </p:txBody>
      </p:sp>
      <p:sp>
        <p:nvSpPr>
          <p:cNvPr id="1510" name="B2"/>
          <p:cNvSpPr/>
          <p:nvPr/>
        </p:nvSpPr>
        <p:spPr>
          <a:xfrm>
            <a:off x="6184900" y="5016500"/>
            <a:ext cx="5372100" cy="1206500"/>
          </a:xfrm>
          <a:prstGeom prst="roundRect">
            <a:avLst>
              <a:gd name="adj" fmla="val 8000"/>
            </a:avLst>
          </a:prstGeom>
          <a:solidFill>
            <a:srgbClr val="0F2543"/>
          </a:solidFill>
          <a:ln w="12700">
            <a:solidFill>
              <a:srgbClr val="F0B860"/>
            </a:solidFill>
          </a:ln>
        </p:spPr>
        <p:txBody>
          <a:bodyPr wrap="square" rtlCol="0" anchor="t"/>
          <a:lstStyle/>
          <a:p>
            <a:endParaRPr lang="en-US"/>
          </a:p>
        </p:txBody>
      </p:sp>
      <p:sp>
        <p:nvSpPr>
          <p:cNvPr id="1511" name="B2L"/>
          <p:cNvSpPr txBox="1"/>
          <p:nvPr/>
        </p:nvSpPr>
        <p:spPr>
          <a:xfrm>
            <a:off x="6413500" y="5194300"/>
            <a:ext cx="4914900" cy="203200"/>
          </a:xfrm>
          <a:prstGeom prst="rect">
            <a:avLst/>
          </a:prstGeom>
          <a:noFill/>
        </p:spPr>
        <p:txBody>
          <a:bodyPr wrap="square" rtlCol="0" anchor="t"/>
          <a:lstStyle/>
          <a:p>
            <a:pPr algn="l"/>
            <a:r>
              <a:rPr lang="en-US" sz="1000" b="1" dirty="0">
                <a:solidFill>
                  <a:srgbClr val="F0B860"/>
                </a:solidFill>
              </a:rPr>
              <a:t>NOTHING NEW HERE</a:t>
            </a:r>
          </a:p>
        </p:txBody>
      </p:sp>
      <p:sp>
        <p:nvSpPr>
          <p:cNvPr id="1512" name="B2T"/>
          <p:cNvSpPr txBox="1"/>
          <p:nvPr/>
        </p:nvSpPr>
        <p:spPr>
          <a:xfrm>
            <a:off x="6413500" y="5448300"/>
            <a:ext cx="4914900" cy="279400"/>
          </a:xfrm>
          <a:prstGeom prst="rect">
            <a:avLst/>
          </a:prstGeom>
          <a:noFill/>
        </p:spPr>
        <p:txBody>
          <a:bodyPr wrap="square" rtlCol="0" anchor="t"/>
          <a:lstStyle/>
          <a:p>
            <a:pPr algn="l"/>
            <a:r>
              <a:rPr lang="en-US" sz="1400" b="1" dirty="0">
                <a:solidFill>
                  <a:srgbClr val="FFFFFF"/>
                </a:solidFill>
              </a:rPr>
              <a:t>Same pattern as .</a:t>
            </a:r>
            <a:r>
              <a:rPr lang="en-US" sz="1400" b="1" dirty="0" err="1">
                <a:solidFill>
                  <a:srgbClr val="FFFFFF"/>
                </a:solidFill>
              </a:rPr>
              <a:t>gitignore</a:t>
            </a:r>
            <a:r>
              <a:rPr lang="en-US" sz="1400" b="1" dirty="0">
                <a:solidFill>
                  <a:srgbClr val="FFFFFF"/>
                </a:solidFill>
              </a:rPr>
              <a:t> and other “layered” configs</a:t>
            </a:r>
          </a:p>
        </p:txBody>
      </p:sp>
    </p:spTree>
    <p:extLst>
      <p:ext uri="{BB962C8B-B14F-4D97-AF65-F5344CB8AC3E}">
        <p14:creationId xmlns:p14="http://schemas.microsoft.com/office/powerpoint/2010/main" val="330179035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947542C7-AA8D-AB0D-0EAD-932D00BB2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C95D5FF6-FAA3-8278-4328-ECC6FBBEB361}"/>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dirty="0">
                <a:solidFill>
                  <a:schemeClr val="bg1"/>
                </a:solidFill>
              </a:rPr>
              <a:t>Skills</a:t>
            </a:r>
            <a:endParaRPr kumimoji="0" lang="en-US" sz="3600" b="0" i="0" u="none" strike="noStrike" kern="1200" cap="none" spc="-50" normalizeH="0" baseline="0" noProof="0" dirty="0">
              <a:ln w="3175">
                <a:noFill/>
              </a:ln>
              <a:solidFill>
                <a:schemeClr val="bg1"/>
              </a:solidFill>
              <a:effectLst/>
              <a:uLnTx/>
              <a:uFillTx/>
              <a:ea typeface="+mn-ea"/>
              <a:cs typeface="Segoe UI" pitchFamily="34" charset="0"/>
            </a:endParaRPr>
          </a:p>
        </p:txBody>
      </p:sp>
      <p:sp>
        <p:nvSpPr>
          <p:cNvPr id="1000" name="Hero"/>
          <p:cNvSpPr/>
          <p:nvPr/>
        </p:nvSpPr>
        <p:spPr>
          <a:xfrm>
            <a:off x="635000" y="1206500"/>
            <a:ext cx="10922000" cy="2921000"/>
          </a:xfrm>
          <a:prstGeom prst="roundRect">
            <a:avLst>
              <a:gd name="adj" fmla="val 8000"/>
            </a:avLst>
          </a:prstGeom>
          <a:solidFill>
            <a:srgbClr val="1A3052"/>
          </a:solidFill>
          <a:ln w="19050">
            <a:solidFill>
              <a:srgbClr val="0078D3"/>
            </a:solidFill>
          </a:ln>
        </p:spPr>
        <p:txBody>
          <a:bodyPr wrap="square" rtlCol="0" anchor="t"/>
          <a:lstStyle/>
          <a:p>
            <a:endParaRPr lang="en-US"/>
          </a:p>
        </p:txBody>
      </p:sp>
      <p:sp>
        <p:nvSpPr>
          <p:cNvPr id="1010" name="L1"/>
          <p:cNvSpPr txBox="1"/>
          <p:nvPr/>
        </p:nvSpPr>
        <p:spPr>
          <a:xfrm>
            <a:off x="889000" y="1435100"/>
            <a:ext cx="4572000" cy="203200"/>
          </a:xfrm>
          <a:prstGeom prst="rect">
            <a:avLst/>
          </a:prstGeom>
          <a:noFill/>
        </p:spPr>
        <p:txBody>
          <a:bodyPr wrap="square" rtlCol="0" anchor="t"/>
          <a:lstStyle/>
          <a:p>
            <a:pPr algn="l"/>
            <a:r>
              <a:rPr lang="en-US" sz="1000" b="1" dirty="0">
                <a:solidFill>
                  <a:srgbClr val="0078D3"/>
                </a:solidFill>
              </a:rPr>
              <a:t>ANATOMY OF A SKILL</a:t>
            </a:r>
          </a:p>
        </p:txBody>
      </p:sp>
      <p:sp>
        <p:nvSpPr>
          <p:cNvPr id="1011" name="Tree"/>
          <p:cNvSpPr txBox="1"/>
          <p:nvPr/>
        </p:nvSpPr>
        <p:spPr>
          <a:xfrm>
            <a:off x="889000" y="1765300"/>
            <a:ext cx="4572000" cy="2159000"/>
          </a:xfrm>
          <a:prstGeom prst="rect">
            <a:avLst/>
          </a:prstGeom>
          <a:noFill/>
        </p:spPr>
        <p:txBody>
          <a:bodyPr wrap="square" rtlCol="0" anchor="t"/>
          <a:lstStyle/>
          <a:p>
            <a:pPr algn="l"/>
            <a:r>
              <a:rPr lang="en-US" sz="1400" b="1" dirty="0">
                <a:solidFill>
                  <a:srgbClr val="FFFFFF"/>
                </a:solidFill>
                <a:latin typeface="Consolas"/>
              </a:rPr>
              <a:t>bpa-rules/</a:t>
            </a:r>
          </a:p>
          <a:p>
            <a:pPr algn="l"/>
            <a:r>
              <a:rPr lang="en-US" sz="1400" b="1" dirty="0">
                <a:solidFill>
                  <a:srgbClr val="49C5B1"/>
                </a:solidFill>
                <a:latin typeface="Consolas"/>
              </a:rPr>
              <a:t>├── SKILL.md</a:t>
            </a:r>
          </a:p>
          <a:p>
            <a:pPr algn="l"/>
            <a:r>
              <a:rPr lang="en-US" sz="1400" dirty="0">
                <a:solidFill>
                  <a:srgbClr val="8DC8E8"/>
                </a:solidFill>
                <a:latin typeface="Consolas"/>
              </a:rPr>
              <a:t>│     </a:t>
            </a:r>
            <a:r>
              <a:rPr lang="en-US" sz="1300" dirty="0">
                <a:solidFill>
                  <a:srgbClr val="B9DCD2"/>
                </a:solidFill>
              </a:rPr>
              <a:t>title + description load eagerly</a:t>
            </a:r>
          </a:p>
          <a:p>
            <a:pPr algn="l"/>
            <a:r>
              <a:rPr lang="en-US" sz="1400" dirty="0">
                <a:solidFill>
                  <a:srgbClr val="8DC8E8"/>
                </a:solidFill>
                <a:latin typeface="Consolas"/>
              </a:rPr>
              <a:t>│     </a:t>
            </a:r>
            <a:r>
              <a:rPr lang="en-US" sz="1300" dirty="0">
                <a:solidFill>
                  <a:srgbClr val="B9DCD2"/>
                </a:solidFill>
              </a:rPr>
              <a:t>full body loads when relevant</a:t>
            </a:r>
          </a:p>
          <a:p>
            <a:pPr algn="l"/>
            <a:r>
              <a:rPr lang="en-US" sz="1400" dirty="0">
                <a:solidFill>
                  <a:srgbClr val="8DC8E8"/>
                </a:solidFill>
                <a:latin typeface="Consolas"/>
              </a:rPr>
              <a:t>├── bpa-syntax.md</a:t>
            </a:r>
          </a:p>
          <a:p>
            <a:pPr algn="l"/>
            <a:r>
              <a:rPr lang="en-US" sz="1400" dirty="0">
                <a:solidFill>
                  <a:srgbClr val="8DC8E8"/>
                </a:solidFill>
                <a:latin typeface="Consolas"/>
              </a:rPr>
              <a:t>├── rule-examples/</a:t>
            </a:r>
          </a:p>
          <a:p>
            <a:pPr algn="l"/>
            <a:r>
              <a:rPr lang="en-US" sz="1400" dirty="0">
                <a:solidFill>
                  <a:srgbClr val="8DC8E8"/>
                </a:solidFill>
                <a:latin typeface="Consolas"/>
              </a:rPr>
              <a:t>└── te-cli/</a:t>
            </a:r>
          </a:p>
        </p:txBody>
      </p:sp>
      <p:sp>
        <p:nvSpPr>
          <p:cNvPr id="1020" name="R1"/>
          <p:cNvSpPr txBox="1"/>
          <p:nvPr/>
        </p:nvSpPr>
        <p:spPr>
          <a:xfrm>
            <a:off x="5842000" y="1435100"/>
            <a:ext cx="5461000" cy="203200"/>
          </a:xfrm>
          <a:prstGeom prst="rect">
            <a:avLst/>
          </a:prstGeom>
          <a:noFill/>
        </p:spPr>
        <p:txBody>
          <a:bodyPr wrap="square" rtlCol="0" anchor="t"/>
          <a:lstStyle/>
          <a:p>
            <a:pPr algn="l"/>
            <a:r>
              <a:rPr lang="en-US" sz="1000" b="1" dirty="0">
                <a:solidFill>
                  <a:srgbClr val="F0B860"/>
                </a:solidFill>
              </a:rPr>
              <a:t>WHAT'S IN A SKILL.MD?</a:t>
            </a:r>
          </a:p>
        </p:txBody>
      </p:sp>
      <p:sp>
        <p:nvSpPr>
          <p:cNvPr id="1021" name="Quote"/>
          <p:cNvSpPr txBox="1"/>
          <p:nvPr/>
        </p:nvSpPr>
        <p:spPr>
          <a:xfrm>
            <a:off x="5842000" y="1765300"/>
            <a:ext cx="5461000" cy="952500"/>
          </a:xfrm>
          <a:prstGeom prst="rect">
            <a:avLst/>
          </a:prstGeom>
          <a:noFill/>
        </p:spPr>
        <p:txBody>
          <a:bodyPr wrap="square" rtlCol="0" anchor="t"/>
          <a:lstStyle/>
          <a:p>
            <a:pPr algn="l"/>
            <a:r>
              <a:rPr lang="en-US" sz="1700" b="1" dirty="0">
                <a:solidFill>
                  <a:srgbClr val="FFFFFF"/>
                </a:solidFill>
              </a:rPr>
              <a:t>"When asked to </a:t>
            </a:r>
            <a:r>
              <a:rPr lang="en-US" sz="1700" b="1" dirty="0">
                <a:solidFill>
                  <a:srgbClr val="F0B860"/>
                </a:solidFill>
              </a:rPr>
              <a:t>author a BPA rule</a:t>
            </a:r>
            <a:r>
              <a:rPr lang="en-US" sz="1700" b="1" dirty="0">
                <a:solidFill>
                  <a:srgbClr val="FFFFFF"/>
                </a:solidFill>
              </a:rPr>
              <a:t>, follow these steps. Here are the rules. Here are examples."</a:t>
            </a:r>
          </a:p>
        </p:txBody>
      </p:sp>
      <p:sp>
        <p:nvSpPr>
          <p:cNvPr id="1022" name="Sub"/>
          <p:cNvSpPr txBox="1"/>
          <p:nvPr/>
        </p:nvSpPr>
        <p:spPr>
          <a:xfrm>
            <a:off x="5842000" y="2857500"/>
            <a:ext cx="5461000" cy="889000"/>
          </a:xfrm>
          <a:prstGeom prst="rect">
            <a:avLst/>
          </a:prstGeom>
          <a:noFill/>
        </p:spPr>
        <p:txBody>
          <a:bodyPr wrap="square" rtlCol="0" anchor="t"/>
          <a:lstStyle/>
          <a:p>
            <a:pPr algn="l"/>
            <a:r>
              <a:rPr lang="en-US" sz="1400" dirty="0">
                <a:solidFill>
                  <a:srgbClr val="B9DCD2"/>
                </a:solidFill>
              </a:rPr>
              <a:t>Skills are “SOPs” for AI agents. Think of them as the same kind of documentation and playbooks you'd hand a new hire on day one.</a:t>
            </a:r>
          </a:p>
        </p:txBody>
      </p:sp>
      <p:sp>
        <p:nvSpPr>
          <p:cNvPr id="2000" name="Card"/>
          <p:cNvSpPr/>
          <p:nvPr/>
        </p:nvSpPr>
        <p:spPr>
          <a:xfrm>
            <a:off x="635000" y="4381500"/>
            <a:ext cx="3556000" cy="1841500"/>
          </a:xfrm>
          <a:prstGeom prst="roundRect">
            <a:avLst>
              <a:gd name="adj" fmla="val 8000"/>
            </a:avLst>
          </a:prstGeom>
          <a:solidFill>
            <a:srgbClr val="0F2543"/>
          </a:solidFill>
          <a:ln w="12700">
            <a:solidFill>
              <a:srgbClr val="49C5B1"/>
            </a:solidFill>
          </a:ln>
        </p:spPr>
        <p:txBody>
          <a:bodyPr wrap="square" rtlCol="0" anchor="t"/>
          <a:lstStyle/>
          <a:p>
            <a:endParaRPr lang="en-US"/>
          </a:p>
        </p:txBody>
      </p:sp>
      <p:sp>
        <p:nvSpPr>
          <p:cNvPr id="2002" name="T"/>
          <p:cNvSpPr txBox="1"/>
          <p:nvPr/>
        </p:nvSpPr>
        <p:spPr>
          <a:xfrm>
            <a:off x="863600" y="4813300"/>
            <a:ext cx="3098800" cy="355600"/>
          </a:xfrm>
          <a:prstGeom prst="rect">
            <a:avLst/>
          </a:prstGeom>
          <a:noFill/>
        </p:spPr>
        <p:txBody>
          <a:bodyPr wrap="square" rtlCol="0" anchor="t"/>
          <a:lstStyle/>
          <a:p>
            <a:pPr algn="l"/>
            <a:r>
              <a:rPr lang="en-US" sz="1500" b="1" dirty="0">
                <a:solidFill>
                  <a:srgbClr val="FFFFFF"/>
                </a:solidFill>
              </a:rPr>
              <a:t>Progressive disclosure</a:t>
            </a:r>
          </a:p>
        </p:txBody>
      </p:sp>
      <p:sp>
        <p:nvSpPr>
          <p:cNvPr id="2003" name="B"/>
          <p:cNvSpPr txBox="1"/>
          <p:nvPr/>
        </p:nvSpPr>
        <p:spPr>
          <a:xfrm>
            <a:off x="863600" y="5219700"/>
            <a:ext cx="3098800" cy="914400"/>
          </a:xfrm>
          <a:prstGeom prst="rect">
            <a:avLst/>
          </a:prstGeom>
          <a:noFill/>
        </p:spPr>
        <p:txBody>
          <a:bodyPr wrap="square" rtlCol="0" anchor="t"/>
          <a:lstStyle/>
          <a:p>
            <a:pPr algn="l"/>
            <a:r>
              <a:rPr lang="en-US" sz="1300" dirty="0">
                <a:solidFill>
                  <a:srgbClr val="FFFFFF"/>
                </a:solidFill>
              </a:rPr>
              <a:t>Title and description sit in the agent's context. The full body only loads when the task matches.</a:t>
            </a:r>
          </a:p>
        </p:txBody>
      </p:sp>
      <p:sp>
        <p:nvSpPr>
          <p:cNvPr id="2010" name="Card"/>
          <p:cNvSpPr/>
          <p:nvPr/>
        </p:nvSpPr>
        <p:spPr>
          <a:xfrm>
            <a:off x="4318000" y="4381500"/>
            <a:ext cx="3556000" cy="1841500"/>
          </a:xfrm>
          <a:prstGeom prst="roundRect">
            <a:avLst>
              <a:gd name="adj" fmla="val 8000"/>
            </a:avLst>
          </a:prstGeom>
          <a:solidFill>
            <a:srgbClr val="0F2543"/>
          </a:solidFill>
          <a:ln w="12700">
            <a:solidFill>
              <a:srgbClr val="8DC8E8"/>
            </a:solidFill>
          </a:ln>
        </p:spPr>
        <p:txBody>
          <a:bodyPr wrap="square" rtlCol="0" anchor="t"/>
          <a:lstStyle/>
          <a:p>
            <a:endParaRPr lang="en-US"/>
          </a:p>
        </p:txBody>
      </p:sp>
      <p:sp>
        <p:nvSpPr>
          <p:cNvPr id="2012" name="T"/>
          <p:cNvSpPr txBox="1"/>
          <p:nvPr/>
        </p:nvSpPr>
        <p:spPr>
          <a:xfrm>
            <a:off x="4546600" y="4813300"/>
            <a:ext cx="3098800" cy="355600"/>
          </a:xfrm>
          <a:prstGeom prst="rect">
            <a:avLst/>
          </a:prstGeom>
          <a:noFill/>
        </p:spPr>
        <p:txBody>
          <a:bodyPr wrap="square" rtlCol="0" anchor="t"/>
          <a:lstStyle/>
          <a:p>
            <a:pPr algn="l"/>
            <a:r>
              <a:rPr lang="en-US" sz="1500" b="1" dirty="0">
                <a:solidFill>
                  <a:srgbClr val="FFFFFF"/>
                </a:solidFill>
              </a:rPr>
              <a:t>Open format</a:t>
            </a:r>
          </a:p>
        </p:txBody>
      </p:sp>
      <p:sp>
        <p:nvSpPr>
          <p:cNvPr id="2013" name="B"/>
          <p:cNvSpPr txBox="1"/>
          <p:nvPr/>
        </p:nvSpPr>
        <p:spPr>
          <a:xfrm>
            <a:off x="4546600" y="5219700"/>
            <a:ext cx="3098800" cy="914400"/>
          </a:xfrm>
          <a:prstGeom prst="rect">
            <a:avLst/>
          </a:prstGeom>
          <a:noFill/>
        </p:spPr>
        <p:txBody>
          <a:bodyPr wrap="square" rtlCol="0" anchor="t"/>
          <a:lstStyle/>
          <a:p>
            <a:pPr algn="l"/>
            <a:r>
              <a:rPr lang="en-US" sz="1300" dirty="0">
                <a:solidFill>
                  <a:srgbClr val="FFFFFF"/>
                </a:solidFill>
              </a:rPr>
              <a:t>Anthropic published the spec. Claude, Cursor, and most coding agents now support skills.</a:t>
            </a:r>
          </a:p>
        </p:txBody>
      </p:sp>
      <p:sp>
        <p:nvSpPr>
          <p:cNvPr id="2020" name="Card"/>
          <p:cNvSpPr/>
          <p:nvPr/>
        </p:nvSpPr>
        <p:spPr>
          <a:xfrm>
            <a:off x="8001000" y="4381500"/>
            <a:ext cx="3556000" cy="1841500"/>
          </a:xfrm>
          <a:prstGeom prst="roundRect">
            <a:avLst>
              <a:gd name="adj" fmla="val 8000"/>
            </a:avLst>
          </a:prstGeom>
          <a:solidFill>
            <a:srgbClr val="0F2543"/>
          </a:solidFill>
          <a:ln w="12700">
            <a:solidFill>
              <a:srgbClr val="F0B860"/>
            </a:solidFill>
          </a:ln>
        </p:spPr>
        <p:txBody>
          <a:bodyPr wrap="square" rtlCol="0" anchor="t"/>
          <a:lstStyle/>
          <a:p>
            <a:endParaRPr lang="en-US"/>
          </a:p>
        </p:txBody>
      </p:sp>
      <p:sp>
        <p:nvSpPr>
          <p:cNvPr id="2022" name="T"/>
          <p:cNvSpPr txBox="1"/>
          <p:nvPr/>
        </p:nvSpPr>
        <p:spPr>
          <a:xfrm>
            <a:off x="8229600" y="4813300"/>
            <a:ext cx="3098800" cy="355600"/>
          </a:xfrm>
          <a:prstGeom prst="rect">
            <a:avLst/>
          </a:prstGeom>
          <a:noFill/>
        </p:spPr>
        <p:txBody>
          <a:bodyPr wrap="square" rtlCol="0" anchor="t"/>
          <a:lstStyle/>
          <a:p>
            <a:pPr algn="l"/>
            <a:r>
              <a:rPr lang="en-US" sz="1500" b="1" dirty="0">
                <a:solidFill>
                  <a:srgbClr val="FFFFFF"/>
                </a:solidFill>
              </a:rPr>
              <a:t>Read the skill files!</a:t>
            </a:r>
          </a:p>
        </p:txBody>
      </p:sp>
      <p:sp>
        <p:nvSpPr>
          <p:cNvPr id="2023" name="B"/>
          <p:cNvSpPr txBox="1"/>
          <p:nvPr/>
        </p:nvSpPr>
        <p:spPr>
          <a:xfrm>
            <a:off x="8229600" y="5219700"/>
            <a:ext cx="3098800" cy="914400"/>
          </a:xfrm>
          <a:prstGeom prst="rect">
            <a:avLst/>
          </a:prstGeom>
          <a:noFill/>
        </p:spPr>
        <p:txBody>
          <a:bodyPr wrap="square" rtlCol="0" anchor="t"/>
          <a:lstStyle/>
          <a:p>
            <a:pPr algn="l"/>
            <a:r>
              <a:rPr lang="en-US" sz="1300" dirty="0">
                <a:solidFill>
                  <a:srgbClr val="FFFFFF"/>
                </a:solidFill>
              </a:rPr>
              <a:t>Other people's skills double as well-edited guides for how a task should actually be done.</a:t>
            </a:r>
          </a:p>
        </p:txBody>
      </p:sp>
    </p:spTree>
    <p:extLst>
      <p:ext uri="{BB962C8B-B14F-4D97-AF65-F5344CB8AC3E}">
        <p14:creationId xmlns:p14="http://schemas.microsoft.com/office/powerpoint/2010/main" val="267034340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dirty="0">
                <a:solidFill>
                  <a:schemeClr val="bg1"/>
                </a:solidFill>
                <a:latin typeface="Segoe UI Semibold" panose="020B0702040204020203" pitchFamily="34" charset="0"/>
                <a:cs typeface="Segoe UI Semibold" panose="020B0702040204020203" pitchFamily="34" charset="0"/>
              </a:rPr>
              <a:t>MCP: Model Context Protocol</a:t>
            </a:r>
            <a:endParaRPr kumimoji="0" lang="en-US" sz="3600" b="0" i="0" u="none" strike="noStrike" kern="1200" cap="none" spc="-50" normalizeH="0" baseline="0" noProof="0" dirty="0">
              <a:ln w="3175">
                <a:noFill/>
              </a:ln>
              <a:solidFill>
                <a:schemeClr val="bg1"/>
              </a:solidFill>
              <a:effectLst/>
              <a:uLnTx/>
              <a:uFillTx/>
              <a:latin typeface="Segoe UI Semibold" panose="020B0702040204020203" pitchFamily="34" charset="0"/>
              <a:cs typeface="Segoe UI Semibold" panose="020B0702040204020203" pitchFamily="34" charset="0"/>
            </a:endParaRPr>
          </a:p>
        </p:txBody>
      </p:sp>
      <p:sp>
        <p:nvSpPr>
          <p:cNvPr id="1000" name="Sh"/>
          <p:cNvSpPr txBox="1"/>
          <p:nvPr/>
        </p:nvSpPr>
        <p:spPr>
          <a:xfrm>
            <a:off x="635000" y="1270000"/>
            <a:ext cx="10922000" cy="228600"/>
          </a:xfrm>
          <a:prstGeom prst="rect">
            <a:avLst/>
          </a:prstGeom>
          <a:noFill/>
        </p:spPr>
        <p:txBody>
          <a:bodyPr wrap="square" rtlCol="0" anchor="t"/>
          <a:lstStyle/>
          <a:p>
            <a:pPr algn="ctr"/>
            <a:r>
              <a:rPr lang="en-US" sz="1000" b="1" dirty="0">
                <a:solidFill>
                  <a:srgbClr val="0078D3"/>
                </a:solidFill>
              </a:rPr>
              <a:t>AN OPEN STANDARD FROM ANTHROPIC, LATE 2024</a:t>
            </a:r>
          </a:p>
        </p:txBody>
      </p:sp>
      <p:sp>
        <p:nvSpPr>
          <p:cNvPr id="1010" name="LP"/>
          <p:cNvSpPr/>
          <p:nvPr/>
        </p:nvSpPr>
        <p:spPr>
          <a:xfrm>
            <a:off x="635000" y="1651000"/>
            <a:ext cx="5588000" cy="2921000"/>
          </a:xfrm>
          <a:prstGeom prst="roundRect">
            <a:avLst>
              <a:gd name="adj" fmla="val 8000"/>
            </a:avLst>
          </a:prstGeom>
          <a:solidFill>
            <a:srgbClr val="1A3052"/>
          </a:solidFill>
          <a:ln w="12700">
            <a:solidFill>
              <a:srgbClr val="0078D3"/>
            </a:solidFill>
          </a:ln>
        </p:spPr>
        <p:txBody>
          <a:bodyPr wrap="square" rtlCol="0" anchor="ctr"/>
          <a:lstStyle/>
          <a:p>
            <a:pPr algn="ctr"/>
            <a:endParaRPr lang="en-US"/>
          </a:p>
        </p:txBody>
      </p:sp>
      <p:sp>
        <p:nvSpPr>
          <p:cNvPr id="1011" name="LPL"/>
          <p:cNvSpPr txBox="1"/>
          <p:nvPr/>
        </p:nvSpPr>
        <p:spPr>
          <a:xfrm>
            <a:off x="863600" y="1736592"/>
            <a:ext cx="5130800" cy="203200"/>
          </a:xfrm>
          <a:prstGeom prst="rect">
            <a:avLst/>
          </a:prstGeom>
          <a:noFill/>
        </p:spPr>
        <p:txBody>
          <a:bodyPr wrap="square" rtlCol="0" anchor="t"/>
          <a:lstStyle/>
          <a:p>
            <a:pPr algn="l"/>
            <a:r>
              <a:rPr lang="en-US" sz="1000" b="1" dirty="0">
                <a:solidFill>
                  <a:srgbClr val="0078D3"/>
                </a:solidFill>
              </a:rPr>
              <a:t>HOW IT WORKS</a:t>
            </a:r>
          </a:p>
        </p:txBody>
      </p:sp>
      <p:sp>
        <p:nvSpPr>
          <p:cNvPr id="1020" name="Agent"/>
          <p:cNvSpPr/>
          <p:nvPr/>
        </p:nvSpPr>
        <p:spPr>
          <a:xfrm>
            <a:off x="2971800" y="2755900"/>
            <a:ext cx="914400" cy="914400"/>
          </a:xfrm>
          <a:prstGeom prst="ellipse">
            <a:avLst/>
          </a:prstGeom>
          <a:solidFill>
            <a:srgbClr val="0078D3"/>
          </a:solidFill>
          <a:ln>
            <a:noFill/>
          </a:ln>
        </p:spPr>
        <p:txBody>
          <a:bodyPr wrap="square" rtlCol="0" anchor="ctr"/>
          <a:lstStyle/>
          <a:p>
            <a:pPr algn="ctr"/>
            <a:endParaRPr lang="en-US"/>
          </a:p>
        </p:txBody>
      </p:sp>
      <p:sp>
        <p:nvSpPr>
          <p:cNvPr id="1021" name="AT"/>
          <p:cNvSpPr txBox="1"/>
          <p:nvPr/>
        </p:nvSpPr>
        <p:spPr>
          <a:xfrm>
            <a:off x="2971800" y="3060700"/>
            <a:ext cx="914400" cy="304800"/>
          </a:xfrm>
          <a:prstGeom prst="rect">
            <a:avLst/>
          </a:prstGeom>
          <a:noFill/>
        </p:spPr>
        <p:txBody>
          <a:bodyPr wrap="square" rtlCol="0" anchor="ctr"/>
          <a:lstStyle/>
          <a:p>
            <a:pPr algn="ctr"/>
            <a:r>
              <a:rPr lang="en-US" sz="1300" b="1" dirty="0">
                <a:solidFill>
                  <a:srgbClr val="FFFFFF"/>
                </a:solidFill>
              </a:rPr>
              <a:t>AGENT</a:t>
            </a:r>
          </a:p>
        </p:txBody>
      </p:sp>
      <p:sp>
        <p:nvSpPr>
          <p:cNvPr id="1030" name="Ln"/>
          <p:cNvSpPr/>
          <p:nvPr/>
        </p:nvSpPr>
        <p:spPr>
          <a:xfrm rot="-9056724">
            <a:off x="2324100" y="2724150"/>
            <a:ext cx="647700" cy="25400"/>
          </a:xfrm>
          <a:prstGeom prst="rect">
            <a:avLst/>
          </a:prstGeom>
          <a:solidFill>
            <a:srgbClr val="49C5B1"/>
          </a:solidFill>
          <a:ln>
            <a:noFill/>
          </a:ln>
        </p:spPr>
        <p:txBody>
          <a:bodyPr wrap="square" rtlCol="0" anchor="ctr"/>
          <a:lstStyle/>
          <a:p>
            <a:pPr algn="ctr"/>
            <a:endParaRPr lang="en-US"/>
          </a:p>
        </p:txBody>
      </p:sp>
      <p:sp>
        <p:nvSpPr>
          <p:cNvPr id="1031" name="Sat"/>
          <p:cNvSpPr/>
          <p:nvPr/>
        </p:nvSpPr>
        <p:spPr>
          <a:xfrm>
            <a:off x="889000" y="2082800"/>
            <a:ext cx="1567011" cy="355600"/>
          </a:xfrm>
          <a:prstGeom prst="roundRect">
            <a:avLst>
              <a:gd name="adj" fmla="val 50000"/>
            </a:avLst>
          </a:prstGeom>
          <a:solidFill>
            <a:srgbClr val="0F2543"/>
          </a:solidFill>
          <a:ln w="12700">
            <a:solidFill>
              <a:srgbClr val="49C5B1"/>
            </a:solidFill>
          </a:ln>
        </p:spPr>
        <p:txBody>
          <a:bodyPr wrap="square" rtlCol="0" anchor="ctr"/>
          <a:lstStyle/>
          <a:p>
            <a:pPr algn="ctr"/>
            <a:endParaRPr lang="en-US"/>
          </a:p>
        </p:txBody>
      </p:sp>
      <p:sp>
        <p:nvSpPr>
          <p:cNvPr id="1032" name="St"/>
          <p:cNvSpPr txBox="1"/>
          <p:nvPr/>
        </p:nvSpPr>
        <p:spPr>
          <a:xfrm>
            <a:off x="957625" y="2133600"/>
            <a:ext cx="1436914" cy="254000"/>
          </a:xfrm>
          <a:prstGeom prst="rect">
            <a:avLst/>
          </a:prstGeom>
          <a:noFill/>
        </p:spPr>
        <p:txBody>
          <a:bodyPr wrap="square" rtlCol="0" anchor="t"/>
          <a:lstStyle/>
          <a:p>
            <a:pPr algn="ctr"/>
            <a:r>
              <a:rPr lang="en-US" sz="1100" b="1" dirty="0">
                <a:solidFill>
                  <a:srgbClr val="49C5B1"/>
                </a:solidFill>
                <a:latin typeface="Consolas"/>
              </a:rPr>
              <a:t>tabular-editor</a:t>
            </a:r>
          </a:p>
        </p:txBody>
      </p:sp>
      <p:sp>
        <p:nvSpPr>
          <p:cNvPr id="1034" name="Ln"/>
          <p:cNvSpPr/>
          <p:nvPr/>
        </p:nvSpPr>
        <p:spPr>
          <a:xfrm rot="-1743276">
            <a:off x="3886200" y="2724150"/>
            <a:ext cx="647700" cy="25400"/>
          </a:xfrm>
          <a:prstGeom prst="rect">
            <a:avLst/>
          </a:prstGeom>
          <a:solidFill>
            <a:srgbClr val="F0B860"/>
          </a:solidFill>
          <a:ln>
            <a:noFill/>
          </a:ln>
        </p:spPr>
        <p:txBody>
          <a:bodyPr wrap="square" rtlCol="0" anchor="ctr"/>
          <a:lstStyle/>
          <a:p>
            <a:pPr algn="ctr"/>
            <a:endParaRPr lang="en-US"/>
          </a:p>
        </p:txBody>
      </p:sp>
      <p:sp>
        <p:nvSpPr>
          <p:cNvPr id="1035" name="Sat"/>
          <p:cNvSpPr/>
          <p:nvPr/>
        </p:nvSpPr>
        <p:spPr>
          <a:xfrm>
            <a:off x="4533900" y="2082800"/>
            <a:ext cx="1219200" cy="355600"/>
          </a:xfrm>
          <a:prstGeom prst="roundRect">
            <a:avLst>
              <a:gd name="adj" fmla="val 50000"/>
            </a:avLst>
          </a:prstGeom>
          <a:solidFill>
            <a:srgbClr val="0F2543"/>
          </a:solidFill>
          <a:ln w="12700">
            <a:solidFill>
              <a:srgbClr val="F0B860"/>
            </a:solidFill>
          </a:ln>
        </p:spPr>
        <p:txBody>
          <a:bodyPr wrap="square" rtlCol="0" anchor="ctr"/>
          <a:lstStyle/>
          <a:p>
            <a:pPr algn="ctr"/>
            <a:endParaRPr lang="en-US"/>
          </a:p>
        </p:txBody>
      </p:sp>
      <p:sp>
        <p:nvSpPr>
          <p:cNvPr id="1036" name="St"/>
          <p:cNvSpPr txBox="1"/>
          <p:nvPr/>
        </p:nvSpPr>
        <p:spPr>
          <a:xfrm>
            <a:off x="4533900" y="2133600"/>
            <a:ext cx="1219200" cy="254000"/>
          </a:xfrm>
          <a:prstGeom prst="rect">
            <a:avLst/>
          </a:prstGeom>
          <a:noFill/>
        </p:spPr>
        <p:txBody>
          <a:bodyPr wrap="square" rtlCol="0" anchor="t"/>
          <a:lstStyle/>
          <a:p>
            <a:pPr algn="ctr"/>
            <a:r>
              <a:rPr lang="en-US" sz="1100" b="1" dirty="0">
                <a:solidFill>
                  <a:srgbClr val="49C5B1"/>
                </a:solidFill>
                <a:latin typeface="Consolas"/>
              </a:rPr>
              <a:t>pbi-desktop</a:t>
            </a:r>
          </a:p>
        </p:txBody>
      </p:sp>
      <p:sp>
        <p:nvSpPr>
          <p:cNvPr id="1038" name="Ln"/>
          <p:cNvSpPr/>
          <p:nvPr/>
        </p:nvSpPr>
        <p:spPr>
          <a:xfrm rot="1743276">
            <a:off x="3886200" y="3676650"/>
            <a:ext cx="647700" cy="25400"/>
          </a:xfrm>
          <a:prstGeom prst="rect">
            <a:avLst/>
          </a:prstGeom>
          <a:solidFill>
            <a:srgbClr val="8DC8E8"/>
          </a:solidFill>
          <a:ln>
            <a:noFill/>
          </a:ln>
        </p:spPr>
        <p:txBody>
          <a:bodyPr wrap="square" rtlCol="0" anchor="ctr"/>
          <a:lstStyle/>
          <a:p>
            <a:pPr algn="ctr"/>
            <a:endParaRPr lang="en-US"/>
          </a:p>
        </p:txBody>
      </p:sp>
      <p:sp>
        <p:nvSpPr>
          <p:cNvPr id="1039" name="Sat"/>
          <p:cNvSpPr/>
          <p:nvPr/>
        </p:nvSpPr>
        <p:spPr>
          <a:xfrm>
            <a:off x="4533900" y="3987800"/>
            <a:ext cx="1219200" cy="355600"/>
          </a:xfrm>
          <a:prstGeom prst="roundRect">
            <a:avLst>
              <a:gd name="adj" fmla="val 50000"/>
            </a:avLst>
          </a:prstGeom>
          <a:solidFill>
            <a:srgbClr val="0F2543"/>
          </a:solidFill>
          <a:ln w="12700">
            <a:solidFill>
              <a:srgbClr val="8DC8E8"/>
            </a:solidFill>
          </a:ln>
        </p:spPr>
        <p:txBody>
          <a:bodyPr wrap="square" rtlCol="0" anchor="ctr"/>
          <a:lstStyle/>
          <a:p>
            <a:pPr algn="ctr"/>
            <a:endParaRPr lang="en-US"/>
          </a:p>
        </p:txBody>
      </p:sp>
      <p:sp>
        <p:nvSpPr>
          <p:cNvPr id="1040" name="St"/>
          <p:cNvSpPr txBox="1"/>
          <p:nvPr/>
        </p:nvSpPr>
        <p:spPr>
          <a:xfrm>
            <a:off x="4533900" y="4038600"/>
            <a:ext cx="1219200" cy="254000"/>
          </a:xfrm>
          <a:prstGeom prst="rect">
            <a:avLst/>
          </a:prstGeom>
          <a:noFill/>
        </p:spPr>
        <p:txBody>
          <a:bodyPr wrap="square" rtlCol="0" anchor="t"/>
          <a:lstStyle/>
          <a:p>
            <a:pPr algn="ctr"/>
            <a:r>
              <a:rPr lang="en-US" sz="1100" b="1" dirty="0">
                <a:solidFill>
                  <a:srgbClr val="49C5B1"/>
                </a:solidFill>
                <a:latin typeface="Consolas"/>
              </a:rPr>
              <a:t>fabric-cli</a:t>
            </a:r>
          </a:p>
        </p:txBody>
      </p:sp>
      <p:sp>
        <p:nvSpPr>
          <p:cNvPr id="1042" name="Ln"/>
          <p:cNvSpPr/>
          <p:nvPr/>
        </p:nvSpPr>
        <p:spPr>
          <a:xfrm rot="9056724">
            <a:off x="2324100" y="3676650"/>
            <a:ext cx="647700" cy="25400"/>
          </a:xfrm>
          <a:prstGeom prst="rect">
            <a:avLst/>
          </a:prstGeom>
          <a:solidFill>
            <a:srgbClr val="B9DCD2"/>
          </a:solidFill>
          <a:ln>
            <a:noFill/>
          </a:ln>
        </p:spPr>
        <p:txBody>
          <a:bodyPr wrap="square" rtlCol="0" anchor="ctr"/>
          <a:lstStyle/>
          <a:p>
            <a:pPr algn="ctr"/>
            <a:endParaRPr lang="en-US"/>
          </a:p>
        </p:txBody>
      </p:sp>
      <p:sp>
        <p:nvSpPr>
          <p:cNvPr id="1043" name="Sat"/>
          <p:cNvSpPr/>
          <p:nvPr/>
        </p:nvSpPr>
        <p:spPr>
          <a:xfrm>
            <a:off x="1104900" y="3987800"/>
            <a:ext cx="1219200" cy="355600"/>
          </a:xfrm>
          <a:prstGeom prst="roundRect">
            <a:avLst>
              <a:gd name="adj" fmla="val 50000"/>
            </a:avLst>
          </a:prstGeom>
          <a:solidFill>
            <a:srgbClr val="0F2543"/>
          </a:solidFill>
          <a:ln w="12700">
            <a:solidFill>
              <a:srgbClr val="B9DCD2"/>
            </a:solidFill>
          </a:ln>
        </p:spPr>
        <p:txBody>
          <a:bodyPr wrap="square" rtlCol="0" anchor="ctr"/>
          <a:lstStyle/>
          <a:p>
            <a:pPr algn="ctr"/>
            <a:endParaRPr lang="en-US"/>
          </a:p>
        </p:txBody>
      </p:sp>
      <p:sp>
        <p:nvSpPr>
          <p:cNvPr id="1044" name="St"/>
          <p:cNvSpPr txBox="1"/>
          <p:nvPr/>
        </p:nvSpPr>
        <p:spPr>
          <a:xfrm>
            <a:off x="1104900" y="4038600"/>
            <a:ext cx="1219200" cy="254000"/>
          </a:xfrm>
          <a:prstGeom prst="rect">
            <a:avLst/>
          </a:prstGeom>
          <a:noFill/>
        </p:spPr>
        <p:txBody>
          <a:bodyPr wrap="square" rtlCol="0" anchor="t"/>
          <a:lstStyle/>
          <a:p>
            <a:pPr algn="ctr"/>
            <a:r>
              <a:rPr lang="en-US" sz="1100" b="1" dirty="0">
                <a:solidFill>
                  <a:srgbClr val="49C5B1"/>
                </a:solidFill>
                <a:latin typeface="Consolas"/>
              </a:rPr>
              <a:t>pbip</a:t>
            </a:r>
          </a:p>
        </p:txBody>
      </p:sp>
      <p:sp>
        <p:nvSpPr>
          <p:cNvPr id="1090" name="AgentTop"/>
          <p:cNvSpPr/>
          <p:nvPr/>
        </p:nvSpPr>
        <p:spPr>
          <a:xfrm>
            <a:off x="2971800" y="2755900"/>
            <a:ext cx="914400" cy="914400"/>
          </a:xfrm>
          <a:prstGeom prst="ellipse">
            <a:avLst/>
          </a:prstGeom>
          <a:solidFill>
            <a:srgbClr val="0078D3"/>
          </a:solidFill>
          <a:ln>
            <a:noFill/>
          </a:ln>
        </p:spPr>
        <p:txBody>
          <a:bodyPr wrap="square" rtlCol="0" anchor="ctr"/>
          <a:lstStyle/>
          <a:p>
            <a:pPr algn="ctr"/>
            <a:endParaRPr lang="en-US"/>
          </a:p>
        </p:txBody>
      </p:sp>
      <p:sp>
        <p:nvSpPr>
          <p:cNvPr id="1091" name="AT2"/>
          <p:cNvSpPr txBox="1"/>
          <p:nvPr/>
        </p:nvSpPr>
        <p:spPr>
          <a:xfrm>
            <a:off x="2971800" y="3060700"/>
            <a:ext cx="914400" cy="304800"/>
          </a:xfrm>
          <a:prstGeom prst="rect">
            <a:avLst/>
          </a:prstGeom>
          <a:noFill/>
        </p:spPr>
        <p:txBody>
          <a:bodyPr wrap="square" rtlCol="0" anchor="ctr"/>
          <a:lstStyle/>
          <a:p>
            <a:pPr algn="ctr"/>
            <a:r>
              <a:rPr lang="en-US" sz="1300" b="1" dirty="0">
                <a:solidFill>
                  <a:srgbClr val="FFFFFF"/>
                </a:solidFill>
              </a:rPr>
              <a:t>AGENT</a:t>
            </a:r>
          </a:p>
        </p:txBody>
      </p:sp>
      <p:sp>
        <p:nvSpPr>
          <p:cNvPr id="2000" name="R"/>
          <p:cNvSpPr/>
          <p:nvPr/>
        </p:nvSpPr>
        <p:spPr>
          <a:xfrm>
            <a:off x="6350000" y="1651000"/>
            <a:ext cx="5207000" cy="914400"/>
          </a:xfrm>
          <a:prstGeom prst="roundRect">
            <a:avLst>
              <a:gd name="adj" fmla="val 8000"/>
            </a:avLst>
          </a:prstGeom>
          <a:solidFill>
            <a:srgbClr val="0F2543"/>
          </a:solidFill>
          <a:ln w="12700">
            <a:solidFill>
              <a:srgbClr val="0078D3"/>
            </a:solidFill>
          </a:ln>
        </p:spPr>
        <p:txBody>
          <a:bodyPr wrap="square" rtlCol="0" anchor="ctr"/>
          <a:lstStyle/>
          <a:p>
            <a:pPr algn="ctr"/>
            <a:endParaRPr lang="en-US"/>
          </a:p>
        </p:txBody>
      </p:sp>
      <p:sp>
        <p:nvSpPr>
          <p:cNvPr id="2001" name="RL"/>
          <p:cNvSpPr txBox="1"/>
          <p:nvPr/>
        </p:nvSpPr>
        <p:spPr>
          <a:xfrm>
            <a:off x="6553200" y="1778000"/>
            <a:ext cx="4800600" cy="177800"/>
          </a:xfrm>
          <a:prstGeom prst="rect">
            <a:avLst/>
          </a:prstGeom>
          <a:noFill/>
        </p:spPr>
        <p:txBody>
          <a:bodyPr wrap="square" rtlCol="0" anchor="t"/>
          <a:lstStyle/>
          <a:p>
            <a:pPr algn="l"/>
            <a:r>
              <a:rPr lang="en-US" sz="1000" b="1" dirty="0">
                <a:solidFill>
                  <a:srgbClr val="0078D3"/>
                </a:solidFill>
              </a:rPr>
              <a:t>THE PROBLEM IT SOLVES</a:t>
            </a:r>
          </a:p>
        </p:txBody>
      </p:sp>
      <p:sp>
        <p:nvSpPr>
          <p:cNvPr id="2002" name="RT"/>
          <p:cNvSpPr txBox="1"/>
          <p:nvPr/>
        </p:nvSpPr>
        <p:spPr>
          <a:xfrm>
            <a:off x="6553200" y="1981200"/>
            <a:ext cx="4800600" cy="279400"/>
          </a:xfrm>
          <a:prstGeom prst="rect">
            <a:avLst/>
          </a:prstGeom>
          <a:noFill/>
        </p:spPr>
        <p:txBody>
          <a:bodyPr wrap="square" rtlCol="0" anchor="t"/>
          <a:lstStyle/>
          <a:p>
            <a:pPr algn="l"/>
            <a:r>
              <a:rPr lang="en-US" sz="1400" b="1" dirty="0">
                <a:solidFill>
                  <a:srgbClr val="FFFFFF"/>
                </a:solidFill>
              </a:rPr>
              <a:t>Replaces a thousand custom integrations</a:t>
            </a:r>
          </a:p>
        </p:txBody>
      </p:sp>
      <p:sp>
        <p:nvSpPr>
          <p:cNvPr id="2003" name="RB"/>
          <p:cNvSpPr txBox="1"/>
          <p:nvPr/>
        </p:nvSpPr>
        <p:spPr>
          <a:xfrm>
            <a:off x="6553200" y="2260600"/>
            <a:ext cx="4800600" cy="279400"/>
          </a:xfrm>
          <a:prstGeom prst="rect">
            <a:avLst/>
          </a:prstGeom>
          <a:noFill/>
        </p:spPr>
        <p:txBody>
          <a:bodyPr wrap="square" rtlCol="0" anchor="t"/>
          <a:lstStyle/>
          <a:p>
            <a:pPr algn="l"/>
            <a:r>
              <a:rPr lang="en-US" sz="1200" dirty="0">
                <a:solidFill>
                  <a:srgbClr val="B9DCD2"/>
                </a:solidFill>
              </a:rPr>
              <a:t>One client-server model instead of glue code for every tool.</a:t>
            </a:r>
          </a:p>
        </p:txBody>
      </p:sp>
      <p:sp>
        <p:nvSpPr>
          <p:cNvPr id="2010" name="R"/>
          <p:cNvSpPr/>
          <p:nvPr/>
        </p:nvSpPr>
        <p:spPr>
          <a:xfrm>
            <a:off x="6350000" y="2654300"/>
            <a:ext cx="5207000" cy="1092200"/>
          </a:xfrm>
          <a:prstGeom prst="roundRect">
            <a:avLst>
              <a:gd name="adj" fmla="val 8000"/>
            </a:avLst>
          </a:prstGeom>
          <a:solidFill>
            <a:srgbClr val="0F2543"/>
          </a:solidFill>
          <a:ln w="12700">
            <a:solidFill>
              <a:srgbClr val="49C5B1"/>
            </a:solidFill>
          </a:ln>
        </p:spPr>
        <p:txBody>
          <a:bodyPr wrap="square" rtlCol="0" anchor="ctr"/>
          <a:lstStyle/>
          <a:p>
            <a:pPr algn="ctr"/>
            <a:endParaRPr lang="en-US"/>
          </a:p>
        </p:txBody>
      </p:sp>
      <p:sp>
        <p:nvSpPr>
          <p:cNvPr id="2011" name="RL"/>
          <p:cNvSpPr txBox="1"/>
          <p:nvPr/>
        </p:nvSpPr>
        <p:spPr>
          <a:xfrm>
            <a:off x="6553200" y="2781300"/>
            <a:ext cx="4800600" cy="177800"/>
          </a:xfrm>
          <a:prstGeom prst="rect">
            <a:avLst/>
          </a:prstGeom>
          <a:noFill/>
        </p:spPr>
        <p:txBody>
          <a:bodyPr wrap="square" rtlCol="0" anchor="t"/>
          <a:lstStyle/>
          <a:p>
            <a:pPr algn="l"/>
            <a:r>
              <a:rPr lang="en-US" sz="1000" b="1" dirty="0">
                <a:solidFill>
                  <a:srgbClr val="49C5B1"/>
                </a:solidFill>
              </a:rPr>
              <a:t>MCP SERVERS PROVIDE “TOOLS” FOR AGENTS</a:t>
            </a:r>
          </a:p>
        </p:txBody>
      </p:sp>
      <p:sp>
        <p:nvSpPr>
          <p:cNvPr id="2012" name="RT"/>
          <p:cNvSpPr txBox="1"/>
          <p:nvPr/>
        </p:nvSpPr>
        <p:spPr>
          <a:xfrm>
            <a:off x="6553200" y="2984500"/>
            <a:ext cx="4800600" cy="279400"/>
          </a:xfrm>
          <a:prstGeom prst="rect">
            <a:avLst/>
          </a:prstGeom>
          <a:noFill/>
        </p:spPr>
        <p:txBody>
          <a:bodyPr wrap="square" rtlCol="0" anchor="t"/>
          <a:lstStyle/>
          <a:p>
            <a:pPr algn="l"/>
            <a:r>
              <a:rPr lang="en-US" sz="1400" b="1" dirty="0">
                <a:solidFill>
                  <a:srgbClr val="FFFFFF"/>
                </a:solidFill>
              </a:rPr>
              <a:t>Apply BPA. Read TMDL. Refresh a model.</a:t>
            </a:r>
          </a:p>
        </p:txBody>
      </p:sp>
      <p:sp>
        <p:nvSpPr>
          <p:cNvPr id="2013" name="RB"/>
          <p:cNvSpPr txBox="1"/>
          <p:nvPr/>
        </p:nvSpPr>
        <p:spPr>
          <a:xfrm>
            <a:off x="6553200" y="3263900"/>
            <a:ext cx="4800600" cy="457200"/>
          </a:xfrm>
          <a:prstGeom prst="rect">
            <a:avLst/>
          </a:prstGeom>
          <a:noFill/>
        </p:spPr>
        <p:txBody>
          <a:bodyPr wrap="square" rtlCol="0" anchor="t"/>
          <a:lstStyle/>
          <a:p>
            <a:pPr algn="l"/>
            <a:r>
              <a:rPr lang="en-US" sz="1200" dirty="0">
                <a:solidFill>
                  <a:srgbClr val="B9DCD2"/>
                </a:solidFill>
              </a:rPr>
              <a:t>Power BI capabilities surfaced to the agent over one simple, text-based interface.</a:t>
            </a:r>
          </a:p>
        </p:txBody>
      </p:sp>
      <p:sp>
        <p:nvSpPr>
          <p:cNvPr id="2020" name="R"/>
          <p:cNvSpPr/>
          <p:nvPr/>
        </p:nvSpPr>
        <p:spPr>
          <a:xfrm>
            <a:off x="6350000" y="3835400"/>
            <a:ext cx="5207000" cy="914400"/>
          </a:xfrm>
          <a:prstGeom prst="roundRect">
            <a:avLst>
              <a:gd name="adj" fmla="val 8000"/>
            </a:avLst>
          </a:prstGeom>
          <a:solidFill>
            <a:srgbClr val="0F2543"/>
          </a:solidFill>
          <a:ln w="12700">
            <a:solidFill>
              <a:srgbClr val="F0B860"/>
            </a:solidFill>
          </a:ln>
        </p:spPr>
        <p:txBody>
          <a:bodyPr wrap="square" rtlCol="0" anchor="ctr"/>
          <a:lstStyle/>
          <a:p>
            <a:pPr algn="ctr"/>
            <a:endParaRPr lang="en-US"/>
          </a:p>
        </p:txBody>
      </p:sp>
      <p:sp>
        <p:nvSpPr>
          <p:cNvPr id="2021" name="RL"/>
          <p:cNvSpPr txBox="1"/>
          <p:nvPr/>
        </p:nvSpPr>
        <p:spPr>
          <a:xfrm>
            <a:off x="6553200" y="3962400"/>
            <a:ext cx="4800600" cy="177800"/>
          </a:xfrm>
          <a:prstGeom prst="rect">
            <a:avLst/>
          </a:prstGeom>
          <a:noFill/>
        </p:spPr>
        <p:txBody>
          <a:bodyPr wrap="square" rtlCol="0" anchor="t"/>
          <a:lstStyle/>
          <a:p>
            <a:pPr algn="l"/>
            <a:r>
              <a:rPr lang="en-US" sz="1000" b="1" dirty="0">
                <a:solidFill>
                  <a:srgbClr val="F0B860"/>
                </a:solidFill>
              </a:rPr>
              <a:t>WHY IT MATTERS</a:t>
            </a:r>
          </a:p>
        </p:txBody>
      </p:sp>
      <p:sp>
        <p:nvSpPr>
          <p:cNvPr id="2022" name="RT"/>
          <p:cNvSpPr txBox="1"/>
          <p:nvPr/>
        </p:nvSpPr>
        <p:spPr>
          <a:xfrm>
            <a:off x="6553200" y="4165600"/>
            <a:ext cx="4800600" cy="279400"/>
          </a:xfrm>
          <a:prstGeom prst="rect">
            <a:avLst/>
          </a:prstGeom>
          <a:noFill/>
        </p:spPr>
        <p:txBody>
          <a:bodyPr wrap="square" rtlCol="0" anchor="t"/>
          <a:lstStyle/>
          <a:p>
            <a:pPr algn="l"/>
            <a:r>
              <a:rPr lang="en-US" sz="1400" b="1" dirty="0">
                <a:solidFill>
                  <a:srgbClr val="FFFFFF"/>
                </a:solidFill>
              </a:rPr>
              <a:t>Agents discover tools without code</a:t>
            </a:r>
          </a:p>
        </p:txBody>
      </p:sp>
      <p:sp>
        <p:nvSpPr>
          <p:cNvPr id="2023" name="RB"/>
          <p:cNvSpPr txBox="1"/>
          <p:nvPr/>
        </p:nvSpPr>
        <p:spPr>
          <a:xfrm>
            <a:off x="6553200" y="4445000"/>
            <a:ext cx="4800600" cy="279400"/>
          </a:xfrm>
          <a:prstGeom prst="rect">
            <a:avLst/>
          </a:prstGeom>
          <a:noFill/>
        </p:spPr>
        <p:txBody>
          <a:bodyPr wrap="square" rtlCol="0" anchor="t"/>
          <a:lstStyle/>
          <a:p>
            <a:pPr algn="l"/>
            <a:r>
              <a:rPr lang="en-US" sz="1300" dirty="0">
                <a:solidFill>
                  <a:srgbClr val="FFFFFF"/>
                </a:solidFill>
              </a:rPr>
              <a:t>tabular-editor, pbi-desktop, fabric-cli, </a:t>
            </a:r>
            <a:r>
              <a:rPr lang="en-US" sz="1300" dirty="0" err="1">
                <a:solidFill>
                  <a:srgbClr val="FFFFFF"/>
                </a:solidFill>
              </a:rPr>
              <a:t>pbip</a:t>
            </a:r>
            <a:r>
              <a:rPr lang="en-US" sz="1300" dirty="0">
                <a:solidFill>
                  <a:srgbClr val="FFFFFF"/>
                </a:solidFill>
              </a:rPr>
              <a:t>.</a:t>
            </a:r>
          </a:p>
        </p:txBody>
      </p:sp>
      <p:sp>
        <p:nvSpPr>
          <p:cNvPr id="3000" name="PB"/>
          <p:cNvSpPr/>
          <p:nvPr/>
        </p:nvSpPr>
        <p:spPr>
          <a:xfrm>
            <a:off x="635000" y="4839340"/>
            <a:ext cx="10922000" cy="635000"/>
          </a:xfrm>
          <a:prstGeom prst="roundRect">
            <a:avLst>
              <a:gd name="adj" fmla="val 8000"/>
            </a:avLst>
          </a:prstGeom>
          <a:solidFill>
            <a:srgbClr val="0F2543"/>
          </a:solidFill>
          <a:ln w="19050">
            <a:solidFill>
              <a:srgbClr val="F0B860"/>
            </a:solidFill>
          </a:ln>
        </p:spPr>
        <p:txBody>
          <a:bodyPr wrap="square" rtlCol="0" anchor="ctr"/>
          <a:lstStyle/>
          <a:p>
            <a:pPr algn="ctr"/>
            <a:endParaRPr lang="en-US"/>
          </a:p>
        </p:txBody>
      </p:sp>
      <p:sp>
        <p:nvSpPr>
          <p:cNvPr id="3002" name="PBT"/>
          <p:cNvSpPr txBox="1"/>
          <p:nvPr/>
        </p:nvSpPr>
        <p:spPr>
          <a:xfrm>
            <a:off x="889000" y="5016500"/>
            <a:ext cx="10414000" cy="279400"/>
          </a:xfrm>
          <a:prstGeom prst="rect">
            <a:avLst/>
          </a:prstGeom>
          <a:noFill/>
        </p:spPr>
        <p:txBody>
          <a:bodyPr wrap="square" rtlCol="0" anchor="t"/>
          <a:lstStyle/>
          <a:p>
            <a:pPr algn="l"/>
            <a:r>
              <a:rPr lang="en-US" sz="1500" b="1" dirty="0">
                <a:solidFill>
                  <a:srgbClr val="FFFFFF"/>
                </a:solidFill>
              </a:rPr>
              <a:t>MCP was intended as the “USB” for AI, avoiding many custom point-to-point integrations</a:t>
            </a:r>
          </a:p>
        </p:txBody>
      </p:sp>
    </p:spTree>
    <p:extLst>
      <p:ext uri="{BB962C8B-B14F-4D97-AF65-F5344CB8AC3E}">
        <p14:creationId xmlns:p14="http://schemas.microsoft.com/office/powerpoint/2010/main" val="175612745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lvl1pPr algn="ctr"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pPr algn="l"/>
            <a:r>
              <a:rPr lang="en-US" b="1" dirty="0">
                <a:solidFill>
                  <a:srgbClr val="FFFFFF"/>
                </a:solidFill>
              </a:rPr>
              <a:t>MCP vs Skills</a:t>
            </a:r>
          </a:p>
        </p:txBody>
      </p:sp>
      <p:sp>
        <p:nvSpPr>
          <p:cNvPr id="1000" name="Sub"/>
          <p:cNvSpPr txBox="1"/>
          <p:nvPr/>
        </p:nvSpPr>
        <p:spPr>
          <a:xfrm>
            <a:off x="635000" y="1270000"/>
            <a:ext cx="10922000" cy="228600"/>
          </a:xfrm>
          <a:prstGeom prst="rect">
            <a:avLst/>
          </a:prstGeom>
          <a:noFill/>
        </p:spPr>
        <p:txBody>
          <a:bodyPr wrap="square" rtlCol="0" anchor="t"/>
          <a:lstStyle/>
          <a:p>
            <a:pPr algn="ctr"/>
            <a:r>
              <a:rPr lang="en-US" sz="1000" b="1" dirty="0">
                <a:solidFill>
                  <a:srgbClr val="0078D3"/>
                </a:solidFill>
              </a:rPr>
              <a:t>TWO WAYS TO TEACH YOUR AGENT</a:t>
            </a:r>
          </a:p>
        </p:txBody>
      </p:sp>
      <p:sp>
        <p:nvSpPr>
          <p:cNvPr id="1100" name="Mc"/>
          <p:cNvSpPr/>
          <p:nvPr/>
        </p:nvSpPr>
        <p:spPr>
          <a:xfrm>
            <a:off x="635000" y="1651000"/>
            <a:ext cx="5397500" cy="26670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101" name="Ml"/>
          <p:cNvSpPr txBox="1"/>
          <p:nvPr/>
        </p:nvSpPr>
        <p:spPr>
          <a:xfrm>
            <a:off x="863600" y="1828800"/>
            <a:ext cx="4940300" cy="203200"/>
          </a:xfrm>
          <a:prstGeom prst="rect">
            <a:avLst/>
          </a:prstGeom>
          <a:noFill/>
        </p:spPr>
        <p:txBody>
          <a:bodyPr wrap="square" rtlCol="0" anchor="t"/>
          <a:lstStyle/>
          <a:p>
            <a:pPr algn="l"/>
            <a:r>
              <a:rPr lang="en-US" sz="1000" b="1" dirty="0">
                <a:solidFill>
                  <a:srgbClr val="0078D3"/>
                </a:solidFill>
              </a:rPr>
              <a:t>MCP</a:t>
            </a:r>
          </a:p>
        </p:txBody>
      </p:sp>
      <p:sp>
        <p:nvSpPr>
          <p:cNvPr id="1102" name="Mt"/>
          <p:cNvSpPr txBox="1"/>
          <p:nvPr/>
        </p:nvSpPr>
        <p:spPr>
          <a:xfrm>
            <a:off x="863600" y="2082800"/>
            <a:ext cx="4940300" cy="304800"/>
          </a:xfrm>
          <a:prstGeom prst="rect">
            <a:avLst/>
          </a:prstGeom>
          <a:noFill/>
        </p:spPr>
        <p:txBody>
          <a:bodyPr wrap="square" rtlCol="0" anchor="t"/>
          <a:lstStyle/>
          <a:p>
            <a:pPr algn="l"/>
            <a:r>
              <a:rPr lang="en-US" sz="1500" b="1" dirty="0">
                <a:solidFill>
                  <a:srgbClr val="FFFFFF"/>
                </a:solidFill>
              </a:rPr>
              <a:t>Live tools, runtime calls</a:t>
            </a:r>
          </a:p>
        </p:txBody>
      </p:sp>
      <p:sp>
        <p:nvSpPr>
          <p:cNvPr id="1103" name="Mb"/>
          <p:cNvSpPr txBox="1"/>
          <p:nvPr/>
        </p:nvSpPr>
        <p:spPr>
          <a:xfrm>
            <a:off x="863600" y="2463800"/>
            <a:ext cx="4940300" cy="1701800"/>
          </a:xfrm>
          <a:prstGeom prst="rect">
            <a:avLst/>
          </a:prstGeom>
          <a:noFill/>
        </p:spPr>
        <p:txBody>
          <a:bodyPr wrap="square" rtlCol="0" anchor="t"/>
          <a:lstStyle/>
          <a:p>
            <a:pPr marL="171450" indent="-171450">
              <a:spcBef>
                <a:spcPts val="400"/>
              </a:spcBef>
              <a:buFont typeface="Arial"/>
              <a:buChar char="•"/>
            </a:pPr>
            <a:r>
              <a:rPr lang="en-US" sz="1250" dirty="0">
                <a:solidFill>
                  <a:srgbClr val="FFFFFF"/>
                </a:solidFill>
              </a:rPr>
              <a:t>Can invoke a running service</a:t>
            </a:r>
          </a:p>
          <a:p>
            <a:pPr marL="171450" indent="-171450">
              <a:spcBef>
                <a:spcPts val="400"/>
              </a:spcBef>
              <a:buFont typeface="Arial"/>
              <a:buChar char="•"/>
            </a:pPr>
            <a:r>
              <a:rPr lang="en-US" sz="1250" dirty="0">
                <a:solidFill>
                  <a:srgbClr val="FFFFFF"/>
                </a:solidFill>
              </a:rPr>
              <a:t>Always loaded in context window</a:t>
            </a:r>
          </a:p>
          <a:p>
            <a:pPr marL="171450" indent="-171450">
              <a:spcBef>
                <a:spcPts val="400"/>
              </a:spcBef>
              <a:buFont typeface="Arial"/>
              <a:buChar char="•"/>
            </a:pPr>
            <a:r>
              <a:rPr lang="en-US" sz="1250" dirty="0">
                <a:solidFill>
                  <a:srgbClr val="FFFFFF"/>
                </a:solidFill>
              </a:rPr>
              <a:t>Needs an MCP server running locally or remote</a:t>
            </a:r>
          </a:p>
          <a:p>
            <a:pPr marL="171450" indent="-171450">
              <a:spcBef>
                <a:spcPts val="400"/>
              </a:spcBef>
              <a:buFont typeface="Arial"/>
              <a:buChar char="•"/>
            </a:pPr>
            <a:r>
              <a:rPr lang="en-US" sz="1250" b="1" dirty="0">
                <a:solidFill>
                  <a:srgbClr val="FFFFFF"/>
                </a:solidFill>
              </a:rPr>
              <a:t>Example: </a:t>
            </a:r>
            <a:r>
              <a:rPr lang="en-US" sz="1250" dirty="0" err="1">
                <a:solidFill>
                  <a:srgbClr val="FFFFFF"/>
                </a:solidFill>
                <a:latin typeface="Consolas"/>
              </a:rPr>
              <a:t>pbi</a:t>
            </a:r>
            <a:r>
              <a:rPr lang="en-US" sz="1250" dirty="0">
                <a:solidFill>
                  <a:srgbClr val="FFFFFF"/>
                </a:solidFill>
                <a:latin typeface="Consolas"/>
              </a:rPr>
              <a:t>-desktop</a:t>
            </a:r>
            <a:r>
              <a:rPr lang="en-US" sz="1250" dirty="0">
                <a:solidFill>
                  <a:srgbClr val="FFFFFF"/>
                </a:solidFill>
              </a:rPr>
              <a:t> can query your local model</a:t>
            </a:r>
          </a:p>
        </p:txBody>
      </p:sp>
      <p:sp>
        <p:nvSpPr>
          <p:cNvPr id="1200" name="Sc"/>
          <p:cNvSpPr/>
          <p:nvPr/>
        </p:nvSpPr>
        <p:spPr>
          <a:xfrm>
            <a:off x="6159500" y="1651000"/>
            <a:ext cx="5397500" cy="26670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1201" name="Sl"/>
          <p:cNvSpPr txBox="1"/>
          <p:nvPr/>
        </p:nvSpPr>
        <p:spPr>
          <a:xfrm>
            <a:off x="6388100" y="1828800"/>
            <a:ext cx="4940300" cy="203200"/>
          </a:xfrm>
          <a:prstGeom prst="rect">
            <a:avLst/>
          </a:prstGeom>
          <a:noFill/>
        </p:spPr>
        <p:txBody>
          <a:bodyPr wrap="square" rtlCol="0" anchor="t"/>
          <a:lstStyle/>
          <a:p>
            <a:pPr algn="l"/>
            <a:r>
              <a:rPr lang="en-US" sz="1000" b="1" dirty="0">
                <a:solidFill>
                  <a:srgbClr val="49C5B1"/>
                </a:solidFill>
              </a:rPr>
              <a:t>SKILLS</a:t>
            </a:r>
          </a:p>
        </p:txBody>
      </p:sp>
      <p:sp>
        <p:nvSpPr>
          <p:cNvPr id="1202" name="St"/>
          <p:cNvSpPr txBox="1"/>
          <p:nvPr/>
        </p:nvSpPr>
        <p:spPr>
          <a:xfrm>
            <a:off x="6388100" y="2082800"/>
            <a:ext cx="4940300" cy="304800"/>
          </a:xfrm>
          <a:prstGeom prst="rect">
            <a:avLst/>
          </a:prstGeom>
          <a:noFill/>
        </p:spPr>
        <p:txBody>
          <a:bodyPr wrap="square" rtlCol="0" anchor="t"/>
          <a:lstStyle/>
          <a:p>
            <a:pPr algn="l"/>
            <a:r>
              <a:rPr lang="en-US" sz="1500" b="1" dirty="0">
                <a:solidFill>
                  <a:srgbClr val="FFFFFF"/>
                </a:solidFill>
              </a:rPr>
              <a:t>Markdown SOPs, static files</a:t>
            </a:r>
          </a:p>
        </p:txBody>
      </p:sp>
      <p:sp>
        <p:nvSpPr>
          <p:cNvPr id="1203" name="Sb"/>
          <p:cNvSpPr txBox="1"/>
          <p:nvPr/>
        </p:nvSpPr>
        <p:spPr>
          <a:xfrm>
            <a:off x="6388100" y="2463800"/>
            <a:ext cx="4940300" cy="1701800"/>
          </a:xfrm>
          <a:prstGeom prst="rect">
            <a:avLst/>
          </a:prstGeom>
          <a:noFill/>
        </p:spPr>
        <p:txBody>
          <a:bodyPr wrap="square" rtlCol="0" anchor="t"/>
          <a:lstStyle/>
          <a:p>
            <a:pPr marL="171450" indent="-171450">
              <a:spcBef>
                <a:spcPts val="400"/>
              </a:spcBef>
              <a:buFont typeface="Arial"/>
              <a:buChar char="•"/>
            </a:pPr>
            <a:r>
              <a:rPr lang="en-US" sz="1250" dirty="0">
                <a:solidFill>
                  <a:srgbClr val="FFFFFF"/>
                </a:solidFill>
              </a:rPr>
              <a:t>Instructions and resources in simple markdown + files</a:t>
            </a:r>
          </a:p>
          <a:p>
            <a:pPr marL="171450" indent="-171450">
              <a:spcBef>
                <a:spcPts val="400"/>
              </a:spcBef>
              <a:buFont typeface="Arial"/>
              <a:buChar char="•"/>
            </a:pPr>
            <a:r>
              <a:rPr lang="en-US" sz="1250" b="1" dirty="0">
                <a:solidFill>
                  <a:srgbClr val="FFFFFF"/>
                </a:solidFill>
              </a:rPr>
              <a:t>Progressive disclosure, </a:t>
            </a:r>
            <a:r>
              <a:rPr lang="en-US" sz="1250" dirty="0">
                <a:solidFill>
                  <a:srgbClr val="FFFFFF"/>
                </a:solidFill>
              </a:rPr>
              <a:t>load only what’s needed</a:t>
            </a:r>
          </a:p>
          <a:p>
            <a:pPr marL="171450" indent="-171450">
              <a:spcBef>
                <a:spcPts val="400"/>
              </a:spcBef>
              <a:buFont typeface="Arial"/>
              <a:buChar char="•"/>
            </a:pPr>
            <a:r>
              <a:rPr lang="en-US" sz="1250" b="1" dirty="0">
                <a:solidFill>
                  <a:srgbClr val="FFFFFF"/>
                </a:solidFill>
              </a:rPr>
              <a:t>Just files in a folder</a:t>
            </a:r>
          </a:p>
          <a:p>
            <a:pPr marL="171450" indent="-171450">
              <a:spcBef>
                <a:spcPts val="400"/>
              </a:spcBef>
              <a:buFont typeface="Arial"/>
              <a:buChar char="•"/>
            </a:pPr>
            <a:r>
              <a:rPr lang="en-US" sz="1250" dirty="0">
                <a:solidFill>
                  <a:srgbClr val="FFFFFF"/>
                </a:solidFill>
              </a:rPr>
              <a:t>Example</a:t>
            </a:r>
            <a:r>
              <a:rPr lang="en-US" sz="1250" b="1" dirty="0">
                <a:solidFill>
                  <a:srgbClr val="FFFFFF"/>
                </a:solidFill>
              </a:rPr>
              <a:t>: </a:t>
            </a:r>
            <a:r>
              <a:rPr lang="en-US" sz="1250" dirty="0">
                <a:solidFill>
                  <a:srgbClr val="FFFFFF"/>
                </a:solidFill>
                <a:latin typeface="Consolas"/>
              </a:rPr>
              <a:t>bpa-rules/</a:t>
            </a:r>
            <a:r>
              <a:rPr lang="en-US" sz="1250" dirty="0">
                <a:solidFill>
                  <a:srgbClr val="FFFFFF"/>
                </a:solidFill>
              </a:rPr>
              <a:t> teaches BPA syntax</a:t>
            </a:r>
          </a:p>
        </p:txBody>
      </p:sp>
      <p:sp>
        <p:nvSpPr>
          <p:cNvPr id="2000" name="DH"/>
          <p:cNvSpPr txBox="1"/>
          <p:nvPr/>
        </p:nvSpPr>
        <p:spPr>
          <a:xfrm>
            <a:off x="5405783" y="4424459"/>
            <a:ext cx="10922000" cy="203200"/>
          </a:xfrm>
          <a:prstGeom prst="rect">
            <a:avLst/>
          </a:prstGeom>
          <a:noFill/>
        </p:spPr>
        <p:txBody>
          <a:bodyPr wrap="square" rtlCol="0" anchor="t"/>
          <a:lstStyle/>
          <a:p>
            <a:pPr algn="l"/>
            <a:r>
              <a:rPr lang="en-US" sz="1000" b="1" dirty="0">
                <a:solidFill>
                  <a:srgbClr val="F0B860"/>
                </a:solidFill>
              </a:rPr>
              <a:t>WHERE MCP HURTS</a:t>
            </a:r>
          </a:p>
        </p:txBody>
      </p:sp>
      <p:sp>
        <p:nvSpPr>
          <p:cNvPr id="2100" name="Dc"/>
          <p:cNvSpPr/>
          <p:nvPr/>
        </p:nvSpPr>
        <p:spPr>
          <a:xfrm>
            <a:off x="4318000" y="4880548"/>
            <a:ext cx="3556000" cy="1473200"/>
          </a:xfrm>
          <a:prstGeom prst="roundRect">
            <a:avLst>
              <a:gd name="adj" fmla="val 8000"/>
            </a:avLst>
          </a:prstGeom>
          <a:solidFill>
            <a:srgbClr val="0F2543"/>
          </a:solidFill>
          <a:ln w="12700">
            <a:solidFill>
              <a:srgbClr val="F0B860"/>
            </a:solidFill>
          </a:ln>
        </p:spPr>
        <p:txBody>
          <a:bodyPr wrap="square" rtlCol="0" anchor="t"/>
          <a:lstStyle/>
          <a:p>
            <a:endParaRPr lang="en-US"/>
          </a:p>
        </p:txBody>
      </p:sp>
      <p:sp>
        <p:nvSpPr>
          <p:cNvPr id="2101" name="Dt"/>
          <p:cNvSpPr txBox="1"/>
          <p:nvPr/>
        </p:nvSpPr>
        <p:spPr>
          <a:xfrm>
            <a:off x="4521200" y="5032948"/>
            <a:ext cx="3149600" cy="304800"/>
          </a:xfrm>
          <a:prstGeom prst="rect">
            <a:avLst/>
          </a:prstGeom>
          <a:noFill/>
        </p:spPr>
        <p:txBody>
          <a:bodyPr wrap="square" rtlCol="0" anchor="t"/>
          <a:lstStyle/>
          <a:p>
            <a:pPr algn="l"/>
            <a:r>
              <a:rPr lang="en-US" sz="1500" b="1" dirty="0">
                <a:solidFill>
                  <a:srgbClr val="F0B860"/>
                </a:solidFill>
              </a:rPr>
              <a:t>Token bloat</a:t>
            </a:r>
          </a:p>
        </p:txBody>
      </p:sp>
      <p:sp>
        <p:nvSpPr>
          <p:cNvPr id="2102" name="Db"/>
          <p:cNvSpPr txBox="1"/>
          <p:nvPr/>
        </p:nvSpPr>
        <p:spPr>
          <a:xfrm>
            <a:off x="4521200" y="5413948"/>
            <a:ext cx="3149600" cy="812800"/>
          </a:xfrm>
          <a:prstGeom prst="rect">
            <a:avLst/>
          </a:prstGeom>
          <a:noFill/>
        </p:spPr>
        <p:txBody>
          <a:bodyPr wrap="square" rtlCol="0" anchor="t"/>
          <a:lstStyle/>
          <a:p>
            <a:pPr algn="l"/>
            <a:r>
              <a:rPr lang="en-US" sz="1200" dirty="0">
                <a:solidFill>
                  <a:srgbClr val="FFFFFF"/>
                </a:solidFill>
              </a:rPr>
              <a:t>Every tool description sits in context, even unused ones. </a:t>
            </a:r>
            <a:r>
              <a:rPr lang="en-US" sz="1200" b="1" dirty="0">
                <a:solidFill>
                  <a:srgbClr val="FFFFFF"/>
                </a:solidFill>
              </a:rPr>
              <a:t>A big MCP server can eat thousands of tokens before you’ve done anything.</a:t>
            </a:r>
          </a:p>
        </p:txBody>
      </p:sp>
    </p:spTree>
    <p:extLst>
      <p:ext uri="{BB962C8B-B14F-4D97-AF65-F5344CB8AC3E}">
        <p14:creationId xmlns:p14="http://schemas.microsoft.com/office/powerpoint/2010/main" val="105479924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947542C7-AA8D-AB0D-0EAD-932D00BB2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C95D5FF6-FAA3-8278-4328-ECC6FBBEB361}"/>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Hooks</a:t>
            </a:r>
          </a:p>
        </p:txBody>
      </p:sp>
      <p:sp>
        <p:nvSpPr>
          <p:cNvPr id="1000" name="L1"/>
          <p:cNvSpPr txBox="1"/>
          <p:nvPr/>
        </p:nvSpPr>
        <p:spPr>
          <a:xfrm>
            <a:off x="635000" y="1333500"/>
            <a:ext cx="10922000" cy="228600"/>
          </a:xfrm>
          <a:prstGeom prst="rect">
            <a:avLst/>
          </a:prstGeom>
          <a:noFill/>
        </p:spPr>
        <p:txBody>
          <a:bodyPr wrap="square" rtlCol="0" anchor="t"/>
          <a:lstStyle/>
          <a:p>
            <a:pPr algn="ctr"/>
            <a:r>
              <a:rPr lang="en-US" sz="1000" b="1" dirty="0">
                <a:solidFill>
                  <a:srgbClr val="0078D3"/>
                </a:solidFill>
              </a:rPr>
              <a:t>AUTOMATIC VALIDATION AFTER EVERY EDIT — TIGHTENS THE FEEDBACK LOOP</a:t>
            </a:r>
          </a:p>
        </p:txBody>
      </p:sp>
      <p:sp>
        <p:nvSpPr>
          <p:cNvPr id="1010" name="LP"/>
          <p:cNvSpPr/>
          <p:nvPr/>
        </p:nvSpPr>
        <p:spPr>
          <a:xfrm>
            <a:off x="635000" y="1651000"/>
            <a:ext cx="5588000" cy="36830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011" name="LPL"/>
          <p:cNvSpPr txBox="1"/>
          <p:nvPr/>
        </p:nvSpPr>
        <p:spPr>
          <a:xfrm>
            <a:off x="863600" y="1828800"/>
            <a:ext cx="5130800" cy="203200"/>
          </a:xfrm>
          <a:prstGeom prst="rect">
            <a:avLst/>
          </a:prstGeom>
          <a:noFill/>
        </p:spPr>
        <p:txBody>
          <a:bodyPr wrap="square" rtlCol="0" anchor="t"/>
          <a:lstStyle/>
          <a:p>
            <a:pPr algn="l"/>
            <a:r>
              <a:rPr lang="en-US" sz="1000" b="1" dirty="0">
                <a:solidFill>
                  <a:srgbClr val="0078D3"/>
                </a:solidFill>
              </a:rPr>
              <a:t>THE FEEDBACK LOOP</a:t>
            </a:r>
          </a:p>
        </p:txBody>
      </p:sp>
      <p:sp>
        <p:nvSpPr>
          <p:cNvPr id="1020" name="Sb"/>
          <p:cNvSpPr/>
          <p:nvPr/>
        </p:nvSpPr>
        <p:spPr>
          <a:xfrm>
            <a:off x="889000" y="2209800"/>
            <a:ext cx="5080000" cy="635000"/>
          </a:xfrm>
          <a:prstGeom prst="roundRect">
            <a:avLst>
              <a:gd name="adj" fmla="val 8000"/>
            </a:avLst>
          </a:prstGeom>
          <a:solidFill>
            <a:srgbClr val="0F2543"/>
          </a:solidFill>
          <a:ln>
            <a:noFill/>
          </a:ln>
        </p:spPr>
        <p:txBody>
          <a:bodyPr wrap="square" rtlCol="0" anchor="t"/>
          <a:lstStyle/>
          <a:p>
            <a:endParaRPr lang="en-US"/>
          </a:p>
        </p:txBody>
      </p:sp>
      <p:sp>
        <p:nvSpPr>
          <p:cNvPr id="1021" name="Nc"/>
          <p:cNvSpPr/>
          <p:nvPr/>
        </p:nvSpPr>
        <p:spPr>
          <a:xfrm>
            <a:off x="990600" y="2324100"/>
            <a:ext cx="406400" cy="406400"/>
          </a:xfrm>
          <a:prstGeom prst="ellipse">
            <a:avLst/>
          </a:prstGeom>
          <a:solidFill>
            <a:srgbClr val="0078D3"/>
          </a:solidFill>
          <a:ln>
            <a:noFill/>
          </a:ln>
        </p:spPr>
        <p:txBody>
          <a:bodyPr wrap="square" rtlCol="0" anchor="t"/>
          <a:lstStyle/>
          <a:p>
            <a:endParaRPr lang="en-US"/>
          </a:p>
        </p:txBody>
      </p:sp>
      <p:sp>
        <p:nvSpPr>
          <p:cNvPr id="1022" name="Nt"/>
          <p:cNvSpPr txBox="1"/>
          <p:nvPr/>
        </p:nvSpPr>
        <p:spPr>
          <a:xfrm>
            <a:off x="990600" y="2387600"/>
            <a:ext cx="406400" cy="279400"/>
          </a:xfrm>
          <a:prstGeom prst="rect">
            <a:avLst/>
          </a:prstGeom>
          <a:noFill/>
        </p:spPr>
        <p:txBody>
          <a:bodyPr wrap="square" rtlCol="0" anchor="t"/>
          <a:lstStyle/>
          <a:p>
            <a:pPr algn="ctr"/>
            <a:r>
              <a:rPr lang="en-US" sz="1400" b="1" dirty="0">
                <a:solidFill>
                  <a:srgbClr val="0F2543"/>
                </a:solidFill>
              </a:rPr>
              <a:t>1</a:t>
            </a:r>
          </a:p>
        </p:txBody>
      </p:sp>
      <p:sp>
        <p:nvSpPr>
          <p:cNvPr id="1023" name="St"/>
          <p:cNvSpPr txBox="1"/>
          <p:nvPr/>
        </p:nvSpPr>
        <p:spPr>
          <a:xfrm>
            <a:off x="1498600" y="2286000"/>
            <a:ext cx="4368800" cy="254000"/>
          </a:xfrm>
          <a:prstGeom prst="rect">
            <a:avLst/>
          </a:prstGeom>
          <a:noFill/>
        </p:spPr>
        <p:txBody>
          <a:bodyPr wrap="square" rtlCol="0" anchor="t"/>
          <a:lstStyle/>
          <a:p>
            <a:pPr algn="l"/>
            <a:r>
              <a:rPr lang="en-US" sz="1400" b="1" dirty="0">
                <a:solidFill>
                  <a:srgbClr val="FFFFFF"/>
                </a:solidFill>
              </a:rPr>
              <a:t>Agent edits TMDL file</a:t>
            </a:r>
          </a:p>
        </p:txBody>
      </p:sp>
      <p:sp>
        <p:nvSpPr>
          <p:cNvPr id="1024" name="Sm"/>
          <p:cNvSpPr txBox="1"/>
          <p:nvPr/>
        </p:nvSpPr>
        <p:spPr>
          <a:xfrm>
            <a:off x="1498600" y="2540000"/>
            <a:ext cx="4368800" cy="228600"/>
          </a:xfrm>
          <a:prstGeom prst="rect">
            <a:avLst/>
          </a:prstGeom>
          <a:noFill/>
        </p:spPr>
        <p:txBody>
          <a:bodyPr wrap="square" rtlCol="0" anchor="t"/>
          <a:lstStyle/>
          <a:p>
            <a:pPr algn="l"/>
            <a:r>
              <a:rPr lang="en-US" sz="1100" dirty="0">
                <a:solidFill>
                  <a:srgbClr val="0078D3"/>
                </a:solidFill>
                <a:latin typeface="Consolas"/>
              </a:rPr>
              <a:t>model.tmdl</a:t>
            </a:r>
          </a:p>
        </p:txBody>
      </p:sp>
      <p:sp>
        <p:nvSpPr>
          <p:cNvPr id="1030" name="Sb"/>
          <p:cNvSpPr/>
          <p:nvPr/>
        </p:nvSpPr>
        <p:spPr>
          <a:xfrm>
            <a:off x="889000" y="2946400"/>
            <a:ext cx="5080000" cy="635000"/>
          </a:xfrm>
          <a:prstGeom prst="roundRect">
            <a:avLst>
              <a:gd name="adj" fmla="val 8000"/>
            </a:avLst>
          </a:prstGeom>
          <a:solidFill>
            <a:srgbClr val="0F2543"/>
          </a:solidFill>
          <a:ln>
            <a:noFill/>
          </a:ln>
        </p:spPr>
        <p:txBody>
          <a:bodyPr wrap="square" rtlCol="0" anchor="t"/>
          <a:lstStyle/>
          <a:p>
            <a:endParaRPr lang="en-US"/>
          </a:p>
        </p:txBody>
      </p:sp>
      <p:sp>
        <p:nvSpPr>
          <p:cNvPr id="1031" name="Nc"/>
          <p:cNvSpPr/>
          <p:nvPr/>
        </p:nvSpPr>
        <p:spPr>
          <a:xfrm>
            <a:off x="990600" y="3060700"/>
            <a:ext cx="406400" cy="406400"/>
          </a:xfrm>
          <a:prstGeom prst="ellipse">
            <a:avLst/>
          </a:prstGeom>
          <a:solidFill>
            <a:srgbClr val="49C5B1"/>
          </a:solidFill>
          <a:ln>
            <a:noFill/>
          </a:ln>
        </p:spPr>
        <p:txBody>
          <a:bodyPr wrap="square" rtlCol="0" anchor="t"/>
          <a:lstStyle/>
          <a:p>
            <a:endParaRPr lang="en-US"/>
          </a:p>
        </p:txBody>
      </p:sp>
      <p:sp>
        <p:nvSpPr>
          <p:cNvPr id="1032" name="Nt"/>
          <p:cNvSpPr txBox="1"/>
          <p:nvPr/>
        </p:nvSpPr>
        <p:spPr>
          <a:xfrm>
            <a:off x="990600" y="3124200"/>
            <a:ext cx="406400" cy="279400"/>
          </a:xfrm>
          <a:prstGeom prst="rect">
            <a:avLst/>
          </a:prstGeom>
          <a:noFill/>
        </p:spPr>
        <p:txBody>
          <a:bodyPr wrap="square" rtlCol="0" anchor="t"/>
          <a:lstStyle/>
          <a:p>
            <a:pPr algn="ctr"/>
            <a:r>
              <a:rPr lang="en-US" sz="1400" b="1" dirty="0">
                <a:solidFill>
                  <a:srgbClr val="0F2543"/>
                </a:solidFill>
              </a:rPr>
              <a:t>2</a:t>
            </a:r>
          </a:p>
        </p:txBody>
      </p:sp>
      <p:sp>
        <p:nvSpPr>
          <p:cNvPr id="1033" name="St"/>
          <p:cNvSpPr txBox="1"/>
          <p:nvPr/>
        </p:nvSpPr>
        <p:spPr>
          <a:xfrm>
            <a:off x="1498600" y="3022600"/>
            <a:ext cx="4368800" cy="254000"/>
          </a:xfrm>
          <a:prstGeom prst="rect">
            <a:avLst/>
          </a:prstGeom>
          <a:noFill/>
        </p:spPr>
        <p:txBody>
          <a:bodyPr wrap="square" rtlCol="0" anchor="t"/>
          <a:lstStyle/>
          <a:p>
            <a:pPr algn="l"/>
            <a:r>
              <a:rPr lang="en-US" sz="1400" b="1" dirty="0">
                <a:solidFill>
                  <a:srgbClr val="FFFFFF"/>
                </a:solidFill>
              </a:rPr>
              <a:t>Hook fires automatically</a:t>
            </a:r>
          </a:p>
        </p:txBody>
      </p:sp>
      <p:sp>
        <p:nvSpPr>
          <p:cNvPr id="1034" name="Sm"/>
          <p:cNvSpPr txBox="1"/>
          <p:nvPr/>
        </p:nvSpPr>
        <p:spPr>
          <a:xfrm>
            <a:off x="1498600" y="3276600"/>
            <a:ext cx="4368800" cy="228600"/>
          </a:xfrm>
          <a:prstGeom prst="rect">
            <a:avLst/>
          </a:prstGeom>
          <a:noFill/>
        </p:spPr>
        <p:txBody>
          <a:bodyPr wrap="square" rtlCol="0" anchor="t"/>
          <a:lstStyle/>
          <a:p>
            <a:pPr algn="l"/>
            <a:r>
              <a:rPr lang="en-US" sz="1100" dirty="0">
                <a:solidFill>
                  <a:srgbClr val="49C5B1"/>
                </a:solidFill>
                <a:latin typeface="Consolas"/>
              </a:rPr>
              <a:t>PostToolUse</a:t>
            </a:r>
          </a:p>
        </p:txBody>
      </p:sp>
      <p:sp>
        <p:nvSpPr>
          <p:cNvPr id="1040" name="Sb"/>
          <p:cNvSpPr/>
          <p:nvPr/>
        </p:nvSpPr>
        <p:spPr>
          <a:xfrm>
            <a:off x="889000" y="3683000"/>
            <a:ext cx="5080000" cy="635000"/>
          </a:xfrm>
          <a:prstGeom prst="roundRect">
            <a:avLst>
              <a:gd name="adj" fmla="val 8000"/>
            </a:avLst>
          </a:prstGeom>
          <a:solidFill>
            <a:srgbClr val="0F2543"/>
          </a:solidFill>
          <a:ln>
            <a:noFill/>
          </a:ln>
        </p:spPr>
        <p:txBody>
          <a:bodyPr wrap="square" rtlCol="0" anchor="t"/>
          <a:lstStyle/>
          <a:p>
            <a:endParaRPr lang="en-US"/>
          </a:p>
        </p:txBody>
      </p:sp>
      <p:sp>
        <p:nvSpPr>
          <p:cNvPr id="1041" name="Nc"/>
          <p:cNvSpPr/>
          <p:nvPr/>
        </p:nvSpPr>
        <p:spPr>
          <a:xfrm>
            <a:off x="990600" y="3797300"/>
            <a:ext cx="406400" cy="406400"/>
          </a:xfrm>
          <a:prstGeom prst="ellipse">
            <a:avLst/>
          </a:prstGeom>
          <a:solidFill>
            <a:srgbClr val="8DC8E8"/>
          </a:solidFill>
          <a:ln>
            <a:noFill/>
          </a:ln>
        </p:spPr>
        <p:txBody>
          <a:bodyPr wrap="square" rtlCol="0" anchor="t"/>
          <a:lstStyle/>
          <a:p>
            <a:endParaRPr lang="en-US"/>
          </a:p>
        </p:txBody>
      </p:sp>
      <p:sp>
        <p:nvSpPr>
          <p:cNvPr id="1042" name="Nt"/>
          <p:cNvSpPr txBox="1"/>
          <p:nvPr/>
        </p:nvSpPr>
        <p:spPr>
          <a:xfrm>
            <a:off x="990600" y="3860800"/>
            <a:ext cx="406400" cy="279400"/>
          </a:xfrm>
          <a:prstGeom prst="rect">
            <a:avLst/>
          </a:prstGeom>
          <a:noFill/>
        </p:spPr>
        <p:txBody>
          <a:bodyPr wrap="square" rtlCol="0" anchor="t"/>
          <a:lstStyle/>
          <a:p>
            <a:pPr algn="ctr"/>
            <a:r>
              <a:rPr lang="en-US" sz="1400" b="1" dirty="0">
                <a:solidFill>
                  <a:srgbClr val="0F2543"/>
                </a:solidFill>
              </a:rPr>
              <a:t>3</a:t>
            </a:r>
          </a:p>
        </p:txBody>
      </p:sp>
      <p:sp>
        <p:nvSpPr>
          <p:cNvPr id="1043" name="St"/>
          <p:cNvSpPr txBox="1"/>
          <p:nvPr/>
        </p:nvSpPr>
        <p:spPr>
          <a:xfrm>
            <a:off x="1498600" y="3759200"/>
            <a:ext cx="4368800" cy="254000"/>
          </a:xfrm>
          <a:prstGeom prst="rect">
            <a:avLst/>
          </a:prstGeom>
          <a:noFill/>
        </p:spPr>
        <p:txBody>
          <a:bodyPr wrap="square" rtlCol="0" anchor="t"/>
          <a:lstStyle/>
          <a:p>
            <a:pPr algn="l"/>
            <a:r>
              <a:rPr lang="en-US" sz="1400" b="1" dirty="0">
                <a:solidFill>
                  <a:srgbClr val="FFFFFF"/>
                </a:solidFill>
              </a:rPr>
              <a:t>Validator runs</a:t>
            </a:r>
          </a:p>
        </p:txBody>
      </p:sp>
      <p:sp>
        <p:nvSpPr>
          <p:cNvPr id="1044" name="Sm"/>
          <p:cNvSpPr txBox="1"/>
          <p:nvPr/>
        </p:nvSpPr>
        <p:spPr>
          <a:xfrm>
            <a:off x="1498600" y="4013200"/>
            <a:ext cx="4368800" cy="228600"/>
          </a:xfrm>
          <a:prstGeom prst="rect">
            <a:avLst/>
          </a:prstGeom>
          <a:noFill/>
        </p:spPr>
        <p:txBody>
          <a:bodyPr wrap="square" rtlCol="0" anchor="t"/>
          <a:lstStyle/>
          <a:p>
            <a:pPr algn="l"/>
            <a:r>
              <a:rPr lang="en-US" sz="1100" dirty="0">
                <a:solidFill>
                  <a:srgbClr val="8DC8E8"/>
                </a:solidFill>
                <a:latin typeface="Consolas"/>
              </a:rPr>
              <a:t>tmdl-validate ./model.tmdl</a:t>
            </a:r>
          </a:p>
        </p:txBody>
      </p:sp>
      <p:sp>
        <p:nvSpPr>
          <p:cNvPr id="1050" name="Sb"/>
          <p:cNvSpPr/>
          <p:nvPr/>
        </p:nvSpPr>
        <p:spPr>
          <a:xfrm>
            <a:off x="889000" y="4419600"/>
            <a:ext cx="5080000" cy="635000"/>
          </a:xfrm>
          <a:prstGeom prst="roundRect">
            <a:avLst>
              <a:gd name="adj" fmla="val 8000"/>
            </a:avLst>
          </a:prstGeom>
          <a:solidFill>
            <a:srgbClr val="0F2543"/>
          </a:solidFill>
          <a:ln>
            <a:noFill/>
          </a:ln>
        </p:spPr>
        <p:txBody>
          <a:bodyPr wrap="square" rtlCol="0" anchor="t"/>
          <a:lstStyle/>
          <a:p>
            <a:endParaRPr lang="en-US"/>
          </a:p>
        </p:txBody>
      </p:sp>
      <p:sp>
        <p:nvSpPr>
          <p:cNvPr id="1051" name="Nc"/>
          <p:cNvSpPr/>
          <p:nvPr/>
        </p:nvSpPr>
        <p:spPr>
          <a:xfrm>
            <a:off x="990600" y="4533900"/>
            <a:ext cx="406400" cy="406400"/>
          </a:xfrm>
          <a:prstGeom prst="ellipse">
            <a:avLst/>
          </a:prstGeom>
          <a:solidFill>
            <a:srgbClr val="F0B860"/>
          </a:solidFill>
          <a:ln>
            <a:noFill/>
          </a:ln>
        </p:spPr>
        <p:txBody>
          <a:bodyPr wrap="square" rtlCol="0" anchor="t"/>
          <a:lstStyle/>
          <a:p>
            <a:endParaRPr lang="en-US"/>
          </a:p>
        </p:txBody>
      </p:sp>
      <p:sp>
        <p:nvSpPr>
          <p:cNvPr id="1052" name="Nt"/>
          <p:cNvSpPr txBox="1"/>
          <p:nvPr/>
        </p:nvSpPr>
        <p:spPr>
          <a:xfrm>
            <a:off x="990600" y="4597400"/>
            <a:ext cx="406400" cy="279400"/>
          </a:xfrm>
          <a:prstGeom prst="rect">
            <a:avLst/>
          </a:prstGeom>
          <a:noFill/>
        </p:spPr>
        <p:txBody>
          <a:bodyPr wrap="square" rtlCol="0" anchor="t"/>
          <a:lstStyle/>
          <a:p>
            <a:pPr algn="ctr"/>
            <a:r>
              <a:rPr lang="en-US" sz="1400" b="1" dirty="0">
                <a:solidFill>
                  <a:srgbClr val="0F2543"/>
                </a:solidFill>
              </a:rPr>
              <a:t>4</a:t>
            </a:r>
          </a:p>
        </p:txBody>
      </p:sp>
      <p:sp>
        <p:nvSpPr>
          <p:cNvPr id="1053" name="St"/>
          <p:cNvSpPr txBox="1"/>
          <p:nvPr/>
        </p:nvSpPr>
        <p:spPr>
          <a:xfrm>
            <a:off x="1498600" y="4495800"/>
            <a:ext cx="4368800" cy="254000"/>
          </a:xfrm>
          <a:prstGeom prst="rect">
            <a:avLst/>
          </a:prstGeom>
          <a:noFill/>
        </p:spPr>
        <p:txBody>
          <a:bodyPr wrap="square" rtlCol="0" anchor="t"/>
          <a:lstStyle/>
          <a:p>
            <a:pPr algn="l"/>
            <a:r>
              <a:rPr lang="en-US" sz="1400" b="1" dirty="0">
                <a:solidFill>
                  <a:srgbClr val="FFFFFF"/>
                </a:solidFill>
              </a:rPr>
              <a:t>Result fed back to agent</a:t>
            </a:r>
          </a:p>
        </p:txBody>
      </p:sp>
      <p:sp>
        <p:nvSpPr>
          <p:cNvPr id="1054" name="Sm"/>
          <p:cNvSpPr txBox="1"/>
          <p:nvPr/>
        </p:nvSpPr>
        <p:spPr>
          <a:xfrm>
            <a:off x="1498600" y="4749800"/>
            <a:ext cx="4368800" cy="228600"/>
          </a:xfrm>
          <a:prstGeom prst="rect">
            <a:avLst/>
          </a:prstGeom>
          <a:noFill/>
        </p:spPr>
        <p:txBody>
          <a:bodyPr wrap="square" rtlCol="0" anchor="t"/>
          <a:lstStyle/>
          <a:p>
            <a:pPr algn="l"/>
            <a:r>
              <a:rPr lang="en-US" sz="1100" dirty="0">
                <a:solidFill>
                  <a:srgbClr val="F0B860"/>
                </a:solidFill>
                <a:latin typeface="Consolas"/>
              </a:rPr>
              <a:t>✓ valid  |  ✗ line 42: syntax error</a:t>
            </a:r>
          </a:p>
        </p:txBody>
      </p:sp>
      <p:sp>
        <p:nvSpPr>
          <p:cNvPr id="2000" name="R"/>
          <p:cNvSpPr/>
          <p:nvPr/>
        </p:nvSpPr>
        <p:spPr>
          <a:xfrm>
            <a:off x="6350000" y="1651000"/>
            <a:ext cx="5207000" cy="11684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2001" name="RL"/>
          <p:cNvSpPr txBox="1"/>
          <p:nvPr/>
        </p:nvSpPr>
        <p:spPr>
          <a:xfrm>
            <a:off x="6553200" y="1803400"/>
            <a:ext cx="4800600" cy="177800"/>
          </a:xfrm>
          <a:prstGeom prst="rect">
            <a:avLst/>
          </a:prstGeom>
          <a:noFill/>
        </p:spPr>
        <p:txBody>
          <a:bodyPr wrap="square" rtlCol="0" anchor="t"/>
          <a:lstStyle/>
          <a:p>
            <a:pPr algn="l"/>
            <a:r>
              <a:rPr lang="en-US" sz="1000" b="1" dirty="0">
                <a:solidFill>
                  <a:srgbClr val="0078D3"/>
                </a:solidFill>
              </a:rPr>
              <a:t>WHY IT MATTERS</a:t>
            </a:r>
          </a:p>
        </p:txBody>
      </p:sp>
      <p:sp>
        <p:nvSpPr>
          <p:cNvPr id="2002" name="RT"/>
          <p:cNvSpPr txBox="1"/>
          <p:nvPr/>
        </p:nvSpPr>
        <p:spPr>
          <a:xfrm>
            <a:off x="6553200" y="2032000"/>
            <a:ext cx="4800600" cy="279400"/>
          </a:xfrm>
          <a:prstGeom prst="rect">
            <a:avLst/>
          </a:prstGeom>
          <a:noFill/>
        </p:spPr>
        <p:txBody>
          <a:bodyPr wrap="square" rtlCol="0" anchor="t"/>
          <a:lstStyle/>
          <a:p>
            <a:pPr algn="l"/>
            <a:r>
              <a:rPr lang="en-US" sz="1500" b="1" dirty="0">
                <a:solidFill>
                  <a:srgbClr val="FFFFFF"/>
                </a:solidFill>
              </a:rPr>
              <a:t>Instant feedback on validity</a:t>
            </a:r>
          </a:p>
        </p:txBody>
      </p:sp>
      <p:sp>
        <p:nvSpPr>
          <p:cNvPr id="2003" name="RB"/>
          <p:cNvSpPr txBox="1"/>
          <p:nvPr/>
        </p:nvSpPr>
        <p:spPr>
          <a:xfrm>
            <a:off x="6553200" y="2362200"/>
            <a:ext cx="4800600" cy="406400"/>
          </a:xfrm>
          <a:prstGeom prst="rect">
            <a:avLst/>
          </a:prstGeom>
          <a:noFill/>
        </p:spPr>
        <p:txBody>
          <a:bodyPr wrap="square" rtlCol="0" anchor="t"/>
          <a:lstStyle/>
          <a:p>
            <a:pPr algn="l"/>
            <a:r>
              <a:rPr lang="en-US" sz="1300" dirty="0">
                <a:solidFill>
                  <a:srgbClr val="FFFFFF"/>
                </a:solidFill>
              </a:rPr>
              <a:t>No more "that should work" guesses — the agent sees pass/fail before it moves on.</a:t>
            </a:r>
          </a:p>
        </p:txBody>
      </p:sp>
      <p:sp>
        <p:nvSpPr>
          <p:cNvPr id="2010" name="R"/>
          <p:cNvSpPr/>
          <p:nvPr/>
        </p:nvSpPr>
        <p:spPr>
          <a:xfrm>
            <a:off x="6350000" y="2908300"/>
            <a:ext cx="5207000" cy="11684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2011" name="RL"/>
          <p:cNvSpPr txBox="1"/>
          <p:nvPr/>
        </p:nvSpPr>
        <p:spPr>
          <a:xfrm>
            <a:off x="6553200" y="3060700"/>
            <a:ext cx="4800600" cy="177800"/>
          </a:xfrm>
          <a:prstGeom prst="rect">
            <a:avLst/>
          </a:prstGeom>
          <a:noFill/>
        </p:spPr>
        <p:txBody>
          <a:bodyPr wrap="square" rtlCol="0" anchor="t"/>
          <a:lstStyle/>
          <a:p>
            <a:pPr algn="l"/>
            <a:r>
              <a:rPr lang="en-US" sz="1000" b="1" dirty="0">
                <a:solidFill>
                  <a:srgbClr val="49C5B1"/>
                </a:solidFill>
              </a:rPr>
              <a:t>WHEN IT'S CRITICAL</a:t>
            </a:r>
          </a:p>
        </p:txBody>
      </p:sp>
      <p:sp>
        <p:nvSpPr>
          <p:cNvPr id="2012" name="RT"/>
          <p:cNvSpPr txBox="1"/>
          <p:nvPr/>
        </p:nvSpPr>
        <p:spPr>
          <a:xfrm>
            <a:off x="6553200" y="3289300"/>
            <a:ext cx="4800600" cy="279400"/>
          </a:xfrm>
          <a:prstGeom prst="rect">
            <a:avLst/>
          </a:prstGeom>
          <a:noFill/>
        </p:spPr>
        <p:txBody>
          <a:bodyPr wrap="square" rtlCol="0" anchor="t"/>
          <a:lstStyle/>
          <a:p>
            <a:pPr algn="l"/>
            <a:r>
              <a:rPr lang="en-US" sz="1500" b="1" dirty="0">
                <a:solidFill>
                  <a:srgbClr val="FFFFFF"/>
                </a:solidFill>
              </a:rPr>
              <a:t>Newer or niche tools</a:t>
            </a:r>
          </a:p>
        </p:txBody>
      </p:sp>
      <p:sp>
        <p:nvSpPr>
          <p:cNvPr id="2013" name="RB"/>
          <p:cNvSpPr txBox="1"/>
          <p:nvPr/>
        </p:nvSpPr>
        <p:spPr>
          <a:xfrm>
            <a:off x="6553200" y="3619500"/>
            <a:ext cx="4800600" cy="406400"/>
          </a:xfrm>
          <a:prstGeom prst="rect">
            <a:avLst/>
          </a:prstGeom>
          <a:noFill/>
        </p:spPr>
        <p:txBody>
          <a:bodyPr wrap="square" rtlCol="0" anchor="t"/>
          <a:lstStyle/>
          <a:p>
            <a:pPr algn="l"/>
            <a:r>
              <a:rPr lang="en-US" sz="1300" dirty="0">
                <a:solidFill>
                  <a:srgbClr val="FFFFFF"/>
                </a:solidFill>
              </a:rPr>
              <a:t>TMDL, Bicep, custom DSLs — anything the model hasn't seen much in training.</a:t>
            </a:r>
          </a:p>
        </p:txBody>
      </p:sp>
      <p:sp>
        <p:nvSpPr>
          <p:cNvPr id="2020" name="R"/>
          <p:cNvSpPr/>
          <p:nvPr/>
        </p:nvSpPr>
        <p:spPr>
          <a:xfrm>
            <a:off x="6350000" y="4165600"/>
            <a:ext cx="5207000" cy="11684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2021" name="RL"/>
          <p:cNvSpPr txBox="1"/>
          <p:nvPr/>
        </p:nvSpPr>
        <p:spPr>
          <a:xfrm>
            <a:off x="6553200" y="4318000"/>
            <a:ext cx="4800600" cy="177800"/>
          </a:xfrm>
          <a:prstGeom prst="rect">
            <a:avLst/>
          </a:prstGeom>
          <a:noFill/>
        </p:spPr>
        <p:txBody>
          <a:bodyPr wrap="square" rtlCol="0" anchor="t"/>
          <a:lstStyle/>
          <a:p>
            <a:pPr algn="l"/>
            <a:r>
              <a:rPr lang="en-US" sz="1000" b="1" dirty="0">
                <a:solidFill>
                  <a:srgbClr val="F0B860"/>
                </a:solidFill>
              </a:rPr>
              <a:t>THE EFFECT</a:t>
            </a:r>
          </a:p>
        </p:txBody>
      </p:sp>
      <p:sp>
        <p:nvSpPr>
          <p:cNvPr id="2022" name="RT"/>
          <p:cNvSpPr txBox="1"/>
          <p:nvPr/>
        </p:nvSpPr>
        <p:spPr>
          <a:xfrm>
            <a:off x="6553200" y="4546600"/>
            <a:ext cx="4800600" cy="279400"/>
          </a:xfrm>
          <a:prstGeom prst="rect">
            <a:avLst/>
          </a:prstGeom>
          <a:noFill/>
        </p:spPr>
        <p:txBody>
          <a:bodyPr wrap="square" rtlCol="0" anchor="t"/>
          <a:lstStyle/>
          <a:p>
            <a:pPr algn="l"/>
            <a:r>
              <a:rPr lang="en-US" sz="1500" b="1" dirty="0">
                <a:solidFill>
                  <a:srgbClr val="FFFFFF"/>
                </a:solidFill>
              </a:rPr>
              <a:t>Fewer "actually that didn't work" rounds</a:t>
            </a:r>
          </a:p>
        </p:txBody>
      </p:sp>
      <p:sp>
        <p:nvSpPr>
          <p:cNvPr id="2023" name="RB"/>
          <p:cNvSpPr txBox="1"/>
          <p:nvPr/>
        </p:nvSpPr>
        <p:spPr>
          <a:xfrm>
            <a:off x="6553200" y="4876800"/>
            <a:ext cx="4800600" cy="406400"/>
          </a:xfrm>
          <a:prstGeom prst="rect">
            <a:avLst/>
          </a:prstGeom>
          <a:noFill/>
        </p:spPr>
        <p:txBody>
          <a:bodyPr wrap="square" rtlCol="0" anchor="t"/>
          <a:lstStyle/>
          <a:p>
            <a:pPr algn="l"/>
            <a:r>
              <a:rPr lang="en-US" sz="1300" dirty="0">
                <a:solidFill>
                  <a:srgbClr val="FFFFFF"/>
                </a:solidFill>
              </a:rPr>
              <a:t>The agent self-corrects in one shot instead of three. Real time saved.</a:t>
            </a:r>
          </a:p>
        </p:txBody>
      </p:sp>
      <p:sp>
        <p:nvSpPr>
          <p:cNvPr id="3000" name="PB"/>
          <p:cNvSpPr/>
          <p:nvPr/>
        </p:nvSpPr>
        <p:spPr>
          <a:xfrm>
            <a:off x="635000" y="5486400"/>
            <a:ext cx="10922000" cy="711200"/>
          </a:xfrm>
          <a:prstGeom prst="roundRect">
            <a:avLst>
              <a:gd name="adj" fmla="val 8000"/>
            </a:avLst>
          </a:prstGeom>
          <a:noFill/>
          <a:ln w="19050">
            <a:solidFill>
              <a:srgbClr val="F0B860"/>
            </a:solidFill>
          </a:ln>
        </p:spPr>
        <p:txBody>
          <a:bodyPr wrap="square" rtlCol="0" anchor="t"/>
          <a:lstStyle/>
          <a:p>
            <a:endParaRPr lang="en-US"/>
          </a:p>
        </p:txBody>
      </p:sp>
      <p:sp>
        <p:nvSpPr>
          <p:cNvPr id="3002" name="PBT"/>
          <p:cNvSpPr txBox="1"/>
          <p:nvPr/>
        </p:nvSpPr>
        <p:spPr>
          <a:xfrm>
            <a:off x="889000" y="5676900"/>
            <a:ext cx="10414000" cy="279400"/>
          </a:xfrm>
          <a:prstGeom prst="rect">
            <a:avLst/>
          </a:prstGeom>
          <a:noFill/>
        </p:spPr>
        <p:txBody>
          <a:bodyPr wrap="square" rtlCol="0" anchor="t"/>
          <a:lstStyle/>
          <a:p>
            <a:pPr algn="l"/>
            <a:r>
              <a:rPr lang="en-US" sz="1600" b="1" dirty="0">
                <a:solidFill>
                  <a:srgbClr val="FFFFFF"/>
                </a:solidFill>
              </a:rPr>
              <a:t>Hooks are deterministic scripts that automatically at in a specific point in the AI’s workflow </a:t>
            </a:r>
          </a:p>
        </p:txBody>
      </p:sp>
    </p:spTree>
    <p:extLst>
      <p:ext uri="{BB962C8B-B14F-4D97-AF65-F5344CB8AC3E}">
        <p14:creationId xmlns:p14="http://schemas.microsoft.com/office/powerpoint/2010/main" val="344024842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Plugins</a:t>
            </a:r>
          </a:p>
        </p:txBody>
      </p:sp>
      <p:sp>
        <p:nvSpPr>
          <p:cNvPr id="1000" name="L1"/>
          <p:cNvSpPr txBox="1"/>
          <p:nvPr/>
        </p:nvSpPr>
        <p:spPr>
          <a:xfrm>
            <a:off x="635000" y="1333500"/>
            <a:ext cx="10922000" cy="228600"/>
          </a:xfrm>
          <a:prstGeom prst="rect">
            <a:avLst/>
          </a:prstGeom>
          <a:noFill/>
        </p:spPr>
        <p:txBody>
          <a:bodyPr wrap="square" rtlCol="0" anchor="t"/>
          <a:lstStyle/>
          <a:p>
            <a:pPr algn="ctr"/>
            <a:r>
              <a:rPr lang="en-US" sz="1000" b="1" dirty="0">
                <a:solidFill>
                  <a:srgbClr val="0078D3"/>
                </a:solidFill>
              </a:rPr>
              <a:t>ONE INSTALL = A WHOLE DOMAIN OF EXPERTISE</a:t>
            </a:r>
          </a:p>
        </p:txBody>
      </p:sp>
      <p:sp>
        <p:nvSpPr>
          <p:cNvPr id="1010" name="LP"/>
          <p:cNvSpPr/>
          <p:nvPr/>
        </p:nvSpPr>
        <p:spPr>
          <a:xfrm>
            <a:off x="635000" y="1651000"/>
            <a:ext cx="5588000" cy="38100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011" name="LPL"/>
          <p:cNvSpPr txBox="1"/>
          <p:nvPr/>
        </p:nvSpPr>
        <p:spPr>
          <a:xfrm>
            <a:off x="863600" y="1828800"/>
            <a:ext cx="5130800" cy="203200"/>
          </a:xfrm>
          <a:prstGeom prst="rect">
            <a:avLst/>
          </a:prstGeom>
          <a:noFill/>
        </p:spPr>
        <p:txBody>
          <a:bodyPr wrap="square" rtlCol="0" anchor="t"/>
          <a:lstStyle/>
          <a:p>
            <a:pPr algn="l"/>
            <a:r>
              <a:rPr lang="en-US" sz="1000" b="1" dirty="0">
                <a:solidFill>
                  <a:srgbClr val="0078D3"/>
                </a:solidFill>
              </a:rPr>
              <a:t>ONE PLUGIN BUNDLES…</a:t>
            </a:r>
          </a:p>
        </p:txBody>
      </p:sp>
      <p:sp>
        <p:nvSpPr>
          <p:cNvPr id="1020" name="Cb"/>
          <p:cNvSpPr/>
          <p:nvPr/>
        </p:nvSpPr>
        <p:spPr>
          <a:xfrm>
            <a:off x="863600" y="2209800"/>
            <a:ext cx="5130800" cy="558800"/>
          </a:xfrm>
          <a:prstGeom prst="roundRect">
            <a:avLst>
              <a:gd name="adj" fmla="val 8000"/>
            </a:avLst>
          </a:prstGeom>
          <a:solidFill>
            <a:srgbClr val="0F2543"/>
          </a:solidFill>
          <a:ln>
            <a:noFill/>
          </a:ln>
        </p:spPr>
        <p:txBody>
          <a:bodyPr wrap="square" rtlCol="0" anchor="t"/>
          <a:lstStyle/>
          <a:p>
            <a:endParaRPr lang="en-US"/>
          </a:p>
        </p:txBody>
      </p:sp>
      <p:sp>
        <p:nvSpPr>
          <p:cNvPr id="1021" name="Cs"/>
          <p:cNvSpPr/>
          <p:nvPr/>
        </p:nvSpPr>
        <p:spPr>
          <a:xfrm>
            <a:off x="863600" y="2209800"/>
            <a:ext cx="63500" cy="558800"/>
          </a:xfrm>
          <a:prstGeom prst="rect">
            <a:avLst/>
          </a:prstGeom>
          <a:solidFill>
            <a:srgbClr val="0078D3"/>
          </a:solidFill>
          <a:ln>
            <a:noFill/>
          </a:ln>
        </p:spPr>
        <p:txBody>
          <a:bodyPr wrap="square" rtlCol="0" anchor="t"/>
          <a:lstStyle/>
          <a:p>
            <a:endParaRPr lang="en-US"/>
          </a:p>
        </p:txBody>
      </p:sp>
      <p:sp>
        <p:nvSpPr>
          <p:cNvPr id="1022" name="Cn"/>
          <p:cNvSpPr txBox="1"/>
          <p:nvPr/>
        </p:nvSpPr>
        <p:spPr>
          <a:xfrm>
            <a:off x="1092200" y="2286000"/>
            <a:ext cx="4775200" cy="228600"/>
          </a:xfrm>
          <a:prstGeom prst="rect">
            <a:avLst/>
          </a:prstGeom>
          <a:noFill/>
        </p:spPr>
        <p:txBody>
          <a:bodyPr wrap="square" rtlCol="0" anchor="t"/>
          <a:lstStyle/>
          <a:p>
            <a:pPr algn="l"/>
            <a:r>
              <a:rPr lang="en-US" sz="1400" b="1" dirty="0">
                <a:solidFill>
                  <a:srgbClr val="0078D3"/>
                </a:solidFill>
              </a:rPr>
              <a:t>Skills</a:t>
            </a:r>
          </a:p>
        </p:txBody>
      </p:sp>
      <p:sp>
        <p:nvSpPr>
          <p:cNvPr id="1023" name="Cd"/>
          <p:cNvSpPr txBox="1"/>
          <p:nvPr/>
        </p:nvSpPr>
        <p:spPr>
          <a:xfrm>
            <a:off x="1092200" y="2514600"/>
            <a:ext cx="4775200" cy="228600"/>
          </a:xfrm>
          <a:prstGeom prst="rect">
            <a:avLst/>
          </a:prstGeom>
          <a:noFill/>
        </p:spPr>
        <p:txBody>
          <a:bodyPr wrap="square" rtlCol="0" anchor="t"/>
          <a:lstStyle/>
          <a:p>
            <a:pPr algn="l"/>
            <a:r>
              <a:rPr lang="en-US" sz="1200" dirty="0">
                <a:solidFill>
                  <a:srgbClr val="FFFFFF"/>
                </a:solidFill>
              </a:rPr>
              <a:t>Markdown SOPs the agent reads</a:t>
            </a:r>
          </a:p>
        </p:txBody>
      </p:sp>
      <p:sp>
        <p:nvSpPr>
          <p:cNvPr id="1025" name="Cb"/>
          <p:cNvSpPr/>
          <p:nvPr/>
        </p:nvSpPr>
        <p:spPr>
          <a:xfrm>
            <a:off x="863600" y="2844800"/>
            <a:ext cx="5130800" cy="558800"/>
          </a:xfrm>
          <a:prstGeom prst="roundRect">
            <a:avLst>
              <a:gd name="adj" fmla="val 8000"/>
            </a:avLst>
          </a:prstGeom>
          <a:solidFill>
            <a:srgbClr val="0F2543"/>
          </a:solidFill>
          <a:ln>
            <a:noFill/>
          </a:ln>
        </p:spPr>
        <p:txBody>
          <a:bodyPr wrap="square" rtlCol="0" anchor="t"/>
          <a:lstStyle/>
          <a:p>
            <a:endParaRPr lang="en-US"/>
          </a:p>
        </p:txBody>
      </p:sp>
      <p:sp>
        <p:nvSpPr>
          <p:cNvPr id="1026" name="Cs"/>
          <p:cNvSpPr/>
          <p:nvPr/>
        </p:nvSpPr>
        <p:spPr>
          <a:xfrm>
            <a:off x="863600" y="2844800"/>
            <a:ext cx="63500" cy="558800"/>
          </a:xfrm>
          <a:prstGeom prst="rect">
            <a:avLst/>
          </a:prstGeom>
          <a:solidFill>
            <a:srgbClr val="49C5B1"/>
          </a:solidFill>
          <a:ln>
            <a:noFill/>
          </a:ln>
        </p:spPr>
        <p:txBody>
          <a:bodyPr wrap="square" rtlCol="0" anchor="t"/>
          <a:lstStyle/>
          <a:p>
            <a:endParaRPr lang="en-US"/>
          </a:p>
        </p:txBody>
      </p:sp>
      <p:sp>
        <p:nvSpPr>
          <p:cNvPr id="1027" name="Cn"/>
          <p:cNvSpPr txBox="1"/>
          <p:nvPr/>
        </p:nvSpPr>
        <p:spPr>
          <a:xfrm>
            <a:off x="1092200" y="2921000"/>
            <a:ext cx="4775200" cy="228600"/>
          </a:xfrm>
          <a:prstGeom prst="rect">
            <a:avLst/>
          </a:prstGeom>
          <a:noFill/>
        </p:spPr>
        <p:txBody>
          <a:bodyPr wrap="square" rtlCol="0" anchor="t"/>
          <a:lstStyle/>
          <a:p>
            <a:pPr algn="l"/>
            <a:r>
              <a:rPr lang="en-US" sz="1400" b="1" dirty="0">
                <a:solidFill>
                  <a:srgbClr val="49C5B1"/>
                </a:solidFill>
              </a:rPr>
              <a:t>MCP servers</a:t>
            </a:r>
          </a:p>
        </p:txBody>
      </p:sp>
      <p:sp>
        <p:nvSpPr>
          <p:cNvPr id="1028" name="Cd"/>
          <p:cNvSpPr txBox="1"/>
          <p:nvPr/>
        </p:nvSpPr>
        <p:spPr>
          <a:xfrm>
            <a:off x="1092200" y="3149600"/>
            <a:ext cx="4775200" cy="228600"/>
          </a:xfrm>
          <a:prstGeom prst="rect">
            <a:avLst/>
          </a:prstGeom>
          <a:noFill/>
        </p:spPr>
        <p:txBody>
          <a:bodyPr wrap="square" rtlCol="0" anchor="t"/>
          <a:lstStyle/>
          <a:p>
            <a:pPr algn="l"/>
            <a:r>
              <a:rPr lang="en-US" sz="1200" dirty="0">
                <a:solidFill>
                  <a:srgbClr val="FFFFFF"/>
                </a:solidFill>
              </a:rPr>
              <a:t>Tool integrations for external APIs</a:t>
            </a:r>
          </a:p>
        </p:txBody>
      </p:sp>
      <p:sp>
        <p:nvSpPr>
          <p:cNvPr id="1030" name="Cb"/>
          <p:cNvSpPr/>
          <p:nvPr/>
        </p:nvSpPr>
        <p:spPr>
          <a:xfrm>
            <a:off x="863600" y="3479800"/>
            <a:ext cx="5130800" cy="558800"/>
          </a:xfrm>
          <a:prstGeom prst="roundRect">
            <a:avLst>
              <a:gd name="adj" fmla="val 8000"/>
            </a:avLst>
          </a:prstGeom>
          <a:solidFill>
            <a:srgbClr val="0F2543"/>
          </a:solidFill>
          <a:ln>
            <a:noFill/>
          </a:ln>
        </p:spPr>
        <p:txBody>
          <a:bodyPr wrap="square" rtlCol="0" anchor="t"/>
          <a:lstStyle/>
          <a:p>
            <a:endParaRPr lang="en-US"/>
          </a:p>
        </p:txBody>
      </p:sp>
      <p:sp>
        <p:nvSpPr>
          <p:cNvPr id="1031" name="Cs"/>
          <p:cNvSpPr/>
          <p:nvPr/>
        </p:nvSpPr>
        <p:spPr>
          <a:xfrm>
            <a:off x="863600" y="3479800"/>
            <a:ext cx="63500" cy="558800"/>
          </a:xfrm>
          <a:prstGeom prst="rect">
            <a:avLst/>
          </a:prstGeom>
          <a:solidFill>
            <a:srgbClr val="8DC8E8"/>
          </a:solidFill>
          <a:ln>
            <a:noFill/>
          </a:ln>
        </p:spPr>
        <p:txBody>
          <a:bodyPr wrap="square" rtlCol="0" anchor="t"/>
          <a:lstStyle/>
          <a:p>
            <a:endParaRPr lang="en-US"/>
          </a:p>
        </p:txBody>
      </p:sp>
      <p:sp>
        <p:nvSpPr>
          <p:cNvPr id="1032" name="Cn"/>
          <p:cNvSpPr txBox="1"/>
          <p:nvPr/>
        </p:nvSpPr>
        <p:spPr>
          <a:xfrm>
            <a:off x="1092200" y="3556000"/>
            <a:ext cx="4775200" cy="228600"/>
          </a:xfrm>
          <a:prstGeom prst="rect">
            <a:avLst/>
          </a:prstGeom>
          <a:noFill/>
        </p:spPr>
        <p:txBody>
          <a:bodyPr wrap="square" rtlCol="0" anchor="t"/>
          <a:lstStyle/>
          <a:p>
            <a:pPr algn="l"/>
            <a:r>
              <a:rPr lang="en-US" sz="1400" b="1" dirty="0">
                <a:solidFill>
                  <a:srgbClr val="8DC8E8"/>
                </a:solidFill>
              </a:rPr>
              <a:t>Hooks</a:t>
            </a:r>
          </a:p>
        </p:txBody>
      </p:sp>
      <p:sp>
        <p:nvSpPr>
          <p:cNvPr id="1033" name="Cd"/>
          <p:cNvSpPr txBox="1"/>
          <p:nvPr/>
        </p:nvSpPr>
        <p:spPr>
          <a:xfrm>
            <a:off x="1092200" y="3784600"/>
            <a:ext cx="4775200" cy="228600"/>
          </a:xfrm>
          <a:prstGeom prst="rect">
            <a:avLst/>
          </a:prstGeom>
          <a:noFill/>
        </p:spPr>
        <p:txBody>
          <a:bodyPr wrap="square" rtlCol="0" anchor="t"/>
          <a:lstStyle/>
          <a:p>
            <a:pPr algn="l"/>
            <a:r>
              <a:rPr lang="en-US" sz="1200" dirty="0">
                <a:solidFill>
                  <a:srgbClr val="FFFFFF"/>
                </a:solidFill>
              </a:rPr>
              <a:t>Validators run after edits</a:t>
            </a:r>
          </a:p>
        </p:txBody>
      </p:sp>
      <p:sp>
        <p:nvSpPr>
          <p:cNvPr id="1035" name="Cb"/>
          <p:cNvSpPr/>
          <p:nvPr/>
        </p:nvSpPr>
        <p:spPr>
          <a:xfrm>
            <a:off x="863600" y="4114800"/>
            <a:ext cx="5130800" cy="558800"/>
          </a:xfrm>
          <a:prstGeom prst="roundRect">
            <a:avLst>
              <a:gd name="adj" fmla="val 8000"/>
            </a:avLst>
          </a:prstGeom>
          <a:solidFill>
            <a:srgbClr val="0F2543"/>
          </a:solidFill>
          <a:ln>
            <a:noFill/>
          </a:ln>
        </p:spPr>
        <p:txBody>
          <a:bodyPr wrap="square" rtlCol="0" anchor="t"/>
          <a:lstStyle/>
          <a:p>
            <a:endParaRPr lang="en-US"/>
          </a:p>
        </p:txBody>
      </p:sp>
      <p:sp>
        <p:nvSpPr>
          <p:cNvPr id="1036" name="Cs"/>
          <p:cNvSpPr/>
          <p:nvPr/>
        </p:nvSpPr>
        <p:spPr>
          <a:xfrm>
            <a:off x="863600" y="4114800"/>
            <a:ext cx="63500" cy="558800"/>
          </a:xfrm>
          <a:prstGeom prst="rect">
            <a:avLst/>
          </a:prstGeom>
          <a:solidFill>
            <a:srgbClr val="B9DCD2"/>
          </a:solidFill>
          <a:ln>
            <a:noFill/>
          </a:ln>
        </p:spPr>
        <p:txBody>
          <a:bodyPr wrap="square" rtlCol="0" anchor="t"/>
          <a:lstStyle/>
          <a:p>
            <a:endParaRPr lang="en-US"/>
          </a:p>
        </p:txBody>
      </p:sp>
      <p:sp>
        <p:nvSpPr>
          <p:cNvPr id="1037" name="Cn"/>
          <p:cNvSpPr txBox="1"/>
          <p:nvPr/>
        </p:nvSpPr>
        <p:spPr>
          <a:xfrm>
            <a:off x="1092200" y="4191000"/>
            <a:ext cx="4775200" cy="228600"/>
          </a:xfrm>
          <a:prstGeom prst="rect">
            <a:avLst/>
          </a:prstGeom>
          <a:noFill/>
        </p:spPr>
        <p:txBody>
          <a:bodyPr wrap="square" rtlCol="0" anchor="t"/>
          <a:lstStyle/>
          <a:p>
            <a:pPr algn="l"/>
            <a:r>
              <a:rPr lang="en-US" sz="1400" b="1" dirty="0">
                <a:solidFill>
                  <a:srgbClr val="B9DCD2"/>
                </a:solidFill>
              </a:rPr>
              <a:t>Commands</a:t>
            </a:r>
          </a:p>
        </p:txBody>
      </p:sp>
      <p:sp>
        <p:nvSpPr>
          <p:cNvPr id="1038" name="Cd"/>
          <p:cNvSpPr txBox="1"/>
          <p:nvPr/>
        </p:nvSpPr>
        <p:spPr>
          <a:xfrm>
            <a:off x="1092200" y="4419600"/>
            <a:ext cx="4775200" cy="228600"/>
          </a:xfrm>
          <a:prstGeom prst="rect">
            <a:avLst/>
          </a:prstGeom>
          <a:noFill/>
        </p:spPr>
        <p:txBody>
          <a:bodyPr wrap="square" rtlCol="0" anchor="t"/>
          <a:lstStyle/>
          <a:p>
            <a:pPr algn="l"/>
            <a:r>
              <a:rPr lang="en-US" sz="1200" dirty="0">
                <a:solidFill>
                  <a:srgbClr val="FFFFFF"/>
                </a:solidFill>
              </a:rPr>
              <a:t>Slash-prefixed shortcuts</a:t>
            </a:r>
          </a:p>
        </p:txBody>
      </p:sp>
      <p:sp>
        <p:nvSpPr>
          <p:cNvPr id="1040" name="Cb"/>
          <p:cNvSpPr/>
          <p:nvPr/>
        </p:nvSpPr>
        <p:spPr>
          <a:xfrm>
            <a:off x="863600" y="4749800"/>
            <a:ext cx="5130800" cy="558800"/>
          </a:xfrm>
          <a:prstGeom prst="roundRect">
            <a:avLst>
              <a:gd name="adj" fmla="val 8000"/>
            </a:avLst>
          </a:prstGeom>
          <a:solidFill>
            <a:srgbClr val="0F2543"/>
          </a:solidFill>
          <a:ln>
            <a:noFill/>
          </a:ln>
        </p:spPr>
        <p:txBody>
          <a:bodyPr wrap="square" rtlCol="0" anchor="t"/>
          <a:lstStyle/>
          <a:p>
            <a:endParaRPr lang="en-US"/>
          </a:p>
        </p:txBody>
      </p:sp>
      <p:sp>
        <p:nvSpPr>
          <p:cNvPr id="1041" name="Cs"/>
          <p:cNvSpPr/>
          <p:nvPr/>
        </p:nvSpPr>
        <p:spPr>
          <a:xfrm>
            <a:off x="863600" y="4749800"/>
            <a:ext cx="63500" cy="558800"/>
          </a:xfrm>
          <a:prstGeom prst="rect">
            <a:avLst/>
          </a:prstGeom>
          <a:solidFill>
            <a:srgbClr val="F0B860"/>
          </a:solidFill>
          <a:ln>
            <a:noFill/>
          </a:ln>
        </p:spPr>
        <p:txBody>
          <a:bodyPr wrap="square" rtlCol="0" anchor="t"/>
          <a:lstStyle/>
          <a:p>
            <a:endParaRPr lang="en-US"/>
          </a:p>
        </p:txBody>
      </p:sp>
      <p:sp>
        <p:nvSpPr>
          <p:cNvPr id="1042" name="Cn"/>
          <p:cNvSpPr txBox="1"/>
          <p:nvPr/>
        </p:nvSpPr>
        <p:spPr>
          <a:xfrm>
            <a:off x="1092200" y="4826000"/>
            <a:ext cx="4775200" cy="228600"/>
          </a:xfrm>
          <a:prstGeom prst="rect">
            <a:avLst/>
          </a:prstGeom>
          <a:noFill/>
        </p:spPr>
        <p:txBody>
          <a:bodyPr wrap="square" rtlCol="0" anchor="t"/>
          <a:lstStyle/>
          <a:p>
            <a:pPr algn="l"/>
            <a:r>
              <a:rPr lang="en-US" sz="1400" b="1" dirty="0">
                <a:solidFill>
                  <a:srgbClr val="F0B860"/>
                </a:solidFill>
              </a:rPr>
              <a:t>Sub-agents</a:t>
            </a:r>
          </a:p>
        </p:txBody>
      </p:sp>
      <p:sp>
        <p:nvSpPr>
          <p:cNvPr id="1043" name="Cd"/>
          <p:cNvSpPr txBox="1"/>
          <p:nvPr/>
        </p:nvSpPr>
        <p:spPr>
          <a:xfrm>
            <a:off x="1092200" y="5054600"/>
            <a:ext cx="4775200" cy="228600"/>
          </a:xfrm>
          <a:prstGeom prst="rect">
            <a:avLst/>
          </a:prstGeom>
          <a:noFill/>
        </p:spPr>
        <p:txBody>
          <a:bodyPr wrap="square" rtlCol="0" anchor="t"/>
          <a:lstStyle/>
          <a:p>
            <a:pPr algn="l"/>
            <a:r>
              <a:rPr lang="en-US" sz="1200" dirty="0">
                <a:solidFill>
                  <a:srgbClr val="FFFFFF"/>
                </a:solidFill>
              </a:rPr>
              <a:t>Specialized helpers it can spawn</a:t>
            </a:r>
          </a:p>
        </p:txBody>
      </p:sp>
      <p:sp>
        <p:nvSpPr>
          <p:cNvPr id="2000" name="R"/>
          <p:cNvSpPr/>
          <p:nvPr/>
        </p:nvSpPr>
        <p:spPr>
          <a:xfrm>
            <a:off x="6350000" y="1651000"/>
            <a:ext cx="5207000" cy="11684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2002" name="RT"/>
          <p:cNvSpPr txBox="1"/>
          <p:nvPr/>
        </p:nvSpPr>
        <p:spPr>
          <a:xfrm>
            <a:off x="6527800" y="1790700"/>
            <a:ext cx="4800600" cy="279400"/>
          </a:xfrm>
          <a:prstGeom prst="rect">
            <a:avLst/>
          </a:prstGeom>
          <a:noFill/>
        </p:spPr>
        <p:txBody>
          <a:bodyPr wrap="square" rtlCol="0" anchor="t"/>
          <a:lstStyle/>
          <a:p>
            <a:pPr algn="l"/>
            <a:r>
              <a:rPr lang="en-US" sz="1500" b="1" dirty="0">
                <a:solidFill>
                  <a:srgbClr val="FFFFFF"/>
                </a:solidFill>
              </a:rPr>
              <a:t>Install one thing</a:t>
            </a:r>
          </a:p>
        </p:txBody>
      </p:sp>
      <p:sp>
        <p:nvSpPr>
          <p:cNvPr id="2003" name="RB"/>
          <p:cNvSpPr txBox="1"/>
          <p:nvPr/>
        </p:nvSpPr>
        <p:spPr>
          <a:xfrm>
            <a:off x="6553200" y="2170311"/>
            <a:ext cx="4800600" cy="406400"/>
          </a:xfrm>
          <a:prstGeom prst="rect">
            <a:avLst/>
          </a:prstGeom>
          <a:noFill/>
        </p:spPr>
        <p:txBody>
          <a:bodyPr wrap="square" rtlCol="0" anchor="t"/>
          <a:lstStyle/>
          <a:p>
            <a:pPr algn="l"/>
            <a:r>
              <a:rPr lang="en-US" sz="1300" dirty="0">
                <a:solidFill>
                  <a:srgbClr val="FFFFFF"/>
                </a:solidFill>
              </a:rPr>
              <a:t>The agent gains a whole domain of expertise without installing individual components.</a:t>
            </a:r>
          </a:p>
        </p:txBody>
      </p:sp>
      <p:sp>
        <p:nvSpPr>
          <p:cNvPr id="2010" name="R"/>
          <p:cNvSpPr/>
          <p:nvPr/>
        </p:nvSpPr>
        <p:spPr>
          <a:xfrm>
            <a:off x="6350000" y="2921000"/>
            <a:ext cx="5207000" cy="11684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2011" name="RL"/>
          <p:cNvSpPr txBox="1"/>
          <p:nvPr/>
        </p:nvSpPr>
        <p:spPr>
          <a:xfrm>
            <a:off x="6553200" y="3073400"/>
            <a:ext cx="4800600" cy="177800"/>
          </a:xfrm>
          <a:prstGeom prst="rect">
            <a:avLst/>
          </a:prstGeom>
          <a:noFill/>
        </p:spPr>
        <p:txBody>
          <a:bodyPr wrap="square" rtlCol="0" anchor="t"/>
          <a:lstStyle/>
          <a:p>
            <a:pPr algn="l"/>
            <a:endParaRPr lang="en-US" sz="1000" b="1" dirty="0">
              <a:solidFill>
                <a:srgbClr val="49C5B1"/>
              </a:solidFill>
            </a:endParaRPr>
          </a:p>
        </p:txBody>
      </p:sp>
      <p:sp>
        <p:nvSpPr>
          <p:cNvPr id="2012" name="RT"/>
          <p:cNvSpPr txBox="1"/>
          <p:nvPr/>
        </p:nvSpPr>
        <p:spPr>
          <a:xfrm>
            <a:off x="6553200" y="3111500"/>
            <a:ext cx="4800600" cy="279400"/>
          </a:xfrm>
          <a:prstGeom prst="rect">
            <a:avLst/>
          </a:prstGeom>
          <a:noFill/>
        </p:spPr>
        <p:txBody>
          <a:bodyPr wrap="square" rtlCol="0" anchor="t"/>
          <a:lstStyle/>
          <a:p>
            <a:pPr algn="l"/>
            <a:r>
              <a:rPr lang="en-US" sz="1500" b="1" dirty="0">
                <a:solidFill>
                  <a:srgbClr val="FFFFFF"/>
                </a:solidFill>
              </a:rPr>
              <a:t>Portable standard: Claude Code, Codex, Copilot CLI</a:t>
            </a:r>
          </a:p>
        </p:txBody>
      </p:sp>
      <p:sp>
        <p:nvSpPr>
          <p:cNvPr id="2013" name="RB"/>
          <p:cNvSpPr txBox="1"/>
          <p:nvPr/>
        </p:nvSpPr>
        <p:spPr>
          <a:xfrm>
            <a:off x="6553200" y="3517123"/>
            <a:ext cx="4800600" cy="406400"/>
          </a:xfrm>
          <a:prstGeom prst="rect">
            <a:avLst/>
          </a:prstGeom>
          <a:noFill/>
        </p:spPr>
        <p:txBody>
          <a:bodyPr wrap="square" rtlCol="0" anchor="t"/>
          <a:lstStyle/>
          <a:p>
            <a:pPr algn="l"/>
            <a:r>
              <a:rPr lang="en-US" sz="1300" dirty="0">
                <a:solidFill>
                  <a:srgbClr val="FFFFFF"/>
                </a:solidFill>
              </a:rPr>
              <a:t>All three CLIs support the same plugin pattern. Write once, run across.</a:t>
            </a:r>
          </a:p>
        </p:txBody>
      </p:sp>
      <p:sp>
        <p:nvSpPr>
          <p:cNvPr id="2020" name="R"/>
          <p:cNvSpPr/>
          <p:nvPr/>
        </p:nvSpPr>
        <p:spPr>
          <a:xfrm>
            <a:off x="6350000" y="4191000"/>
            <a:ext cx="5207000" cy="11684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2022" name="RT"/>
          <p:cNvSpPr txBox="1"/>
          <p:nvPr/>
        </p:nvSpPr>
        <p:spPr>
          <a:xfrm>
            <a:off x="6553200" y="4572000"/>
            <a:ext cx="4800600" cy="279400"/>
          </a:xfrm>
          <a:prstGeom prst="rect">
            <a:avLst/>
          </a:prstGeom>
          <a:noFill/>
        </p:spPr>
        <p:txBody>
          <a:bodyPr wrap="square" rtlCol="0" anchor="t"/>
          <a:lstStyle/>
          <a:p>
            <a:pPr algn="l"/>
            <a:r>
              <a:rPr lang="en-US" sz="1500" b="1" dirty="0">
                <a:solidFill>
                  <a:srgbClr val="FFFFFF"/>
                </a:solidFill>
              </a:rPr>
              <a:t>Easy sharing</a:t>
            </a:r>
          </a:p>
        </p:txBody>
      </p:sp>
      <p:sp>
        <p:nvSpPr>
          <p:cNvPr id="3000" name="PB"/>
          <p:cNvSpPr/>
          <p:nvPr/>
        </p:nvSpPr>
        <p:spPr>
          <a:xfrm>
            <a:off x="635000" y="5613400"/>
            <a:ext cx="10922000" cy="609600"/>
          </a:xfrm>
          <a:prstGeom prst="roundRect">
            <a:avLst>
              <a:gd name="adj" fmla="val 8000"/>
            </a:avLst>
          </a:prstGeom>
          <a:noFill/>
          <a:ln w="19050">
            <a:solidFill>
              <a:srgbClr val="F0B860"/>
            </a:solidFill>
          </a:ln>
        </p:spPr>
        <p:txBody>
          <a:bodyPr wrap="square" rtlCol="0" anchor="t"/>
          <a:lstStyle/>
          <a:p>
            <a:endParaRPr lang="en-US"/>
          </a:p>
        </p:txBody>
      </p:sp>
      <p:sp>
        <p:nvSpPr>
          <p:cNvPr id="3002" name="PBT"/>
          <p:cNvSpPr txBox="1"/>
          <p:nvPr/>
        </p:nvSpPr>
        <p:spPr>
          <a:xfrm>
            <a:off x="895350" y="5778500"/>
            <a:ext cx="10414000" cy="254000"/>
          </a:xfrm>
          <a:prstGeom prst="rect">
            <a:avLst/>
          </a:prstGeom>
          <a:noFill/>
        </p:spPr>
        <p:txBody>
          <a:bodyPr wrap="square" rtlCol="0" anchor="t"/>
          <a:lstStyle/>
          <a:p>
            <a:pPr algn="l"/>
            <a:r>
              <a:rPr lang="en-US" sz="1500" b="1" dirty="0">
                <a:solidFill>
                  <a:srgbClr val="FFFFFF"/>
                </a:solidFill>
              </a:rPr>
              <a:t>Install many skills, subagents, hooks, and MCPs at once with plugins</a:t>
            </a:r>
          </a:p>
        </p:txBody>
      </p:sp>
    </p:spTree>
    <p:extLst>
      <p:ext uri="{BB962C8B-B14F-4D97-AF65-F5344CB8AC3E}">
        <p14:creationId xmlns:p14="http://schemas.microsoft.com/office/powerpoint/2010/main" val="165554652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47C314E0-A34A-BB63-2921-EDBF9EE296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5378B9-0AAE-264E-1ADC-9C294EBE27E7}"/>
              </a:ext>
            </a:extLst>
          </p:cNvPr>
          <p:cNvSpPr txBox="1"/>
          <p:nvPr/>
        </p:nvSpPr>
        <p:spPr>
          <a:xfrm>
            <a:off x="661196" y="1874728"/>
            <a:ext cx="7755215" cy="181588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4000" b="1" kern="0" dirty="0">
                <a:latin typeface="Segoe UI" panose="020B0502040204020203" pitchFamily="34" charset="0"/>
                <a:cs typeface="Segoe UI" panose="020B0502040204020203" pitchFamily="34" charset="0"/>
              </a:rPr>
              <a:t>Part 2: </a:t>
            </a:r>
          </a:p>
          <a:p>
            <a:pPr marL="0" marR="0" lvl="0" indent="0" defTabSz="914400" eaLnBrk="1" fontAlgn="auto" latinLnBrk="0" hangingPunct="1">
              <a:lnSpc>
                <a:spcPct val="100000"/>
              </a:lnSpc>
              <a:spcBef>
                <a:spcPts val="0"/>
              </a:spcBef>
              <a:spcAft>
                <a:spcPts val="0"/>
              </a:spcAft>
              <a:buClrTx/>
              <a:buSzTx/>
              <a:buFontTx/>
              <a:buNone/>
              <a:tabLst/>
              <a:defRPr/>
            </a:pPr>
            <a:endParaRPr lang="en-US" sz="3600" b="1" kern="0" dirty="0">
              <a:latin typeface="Segoe UI" panose="020B0502040204020203" pitchFamily="34" charset="0"/>
              <a:cs typeface="Segoe U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3600" kern="0" dirty="0">
                <a:latin typeface="Segoe UI" panose="020B0502040204020203" pitchFamily="34" charset="0"/>
                <a:cs typeface="Segoe UI" panose="020B0502040204020203" pitchFamily="34" charset="0"/>
              </a:rPr>
              <a:t>For Power BI developers</a:t>
            </a:r>
          </a:p>
        </p:txBody>
      </p:sp>
      <p:pic>
        <p:nvPicPr>
          <p:cNvPr id="2" name="Picture 1" descr="GitHub Copilot for VSCode Might Make Coding Easier - Podfeet ...">
            <a:extLst>
              <a:ext uri="{FF2B5EF4-FFF2-40B4-BE49-F238E27FC236}">
                <a16:creationId xmlns:a16="http://schemas.microsoft.com/office/drawing/2014/main" id="{D6E11A52-C0B7-86EC-F4CE-61CA3E257EB8}"/>
              </a:ext>
            </a:extLst>
          </p:cNvPr>
          <p:cNvPicPr>
            <a:picLocks noChangeAspect="1"/>
          </p:cNvPicPr>
          <p:nvPr/>
        </p:nvPicPr>
        <p:blipFill>
          <a:blip r:embed="rId2"/>
          <a:stretch>
            <a:fillRect/>
          </a:stretch>
        </p:blipFill>
        <p:spPr>
          <a:xfrm>
            <a:off x="7263516" y="2142379"/>
            <a:ext cx="4117186" cy="2573241"/>
          </a:xfrm>
          <a:prstGeom prst="rect">
            <a:avLst/>
          </a:prstGeom>
        </p:spPr>
      </p:pic>
    </p:spTree>
    <p:extLst>
      <p:ext uri="{BB962C8B-B14F-4D97-AF65-F5344CB8AC3E}">
        <p14:creationId xmlns:p14="http://schemas.microsoft.com/office/powerpoint/2010/main" val="25012825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Power BI Project (PBIP) format</a:t>
            </a:r>
          </a:p>
        </p:txBody>
      </p:sp>
      <p:sp>
        <p:nvSpPr>
          <p:cNvPr id="1000" name="Old"/>
          <p:cNvSpPr/>
          <p:nvPr/>
        </p:nvSpPr>
        <p:spPr>
          <a:xfrm>
            <a:off x="635000" y="1714500"/>
            <a:ext cx="5334000" cy="3048000"/>
          </a:xfrm>
          <a:prstGeom prst="roundRect">
            <a:avLst>
              <a:gd name="adj" fmla="val 8000"/>
            </a:avLst>
          </a:prstGeom>
          <a:solidFill>
            <a:srgbClr val="0F2543"/>
          </a:solidFill>
          <a:ln w="12700">
            <a:solidFill>
              <a:srgbClr val="5A6B82"/>
            </a:solidFill>
          </a:ln>
        </p:spPr>
        <p:txBody>
          <a:bodyPr/>
          <a:lstStyle/>
          <a:p>
            <a:endParaRPr lang="en-US"/>
          </a:p>
        </p:txBody>
      </p:sp>
      <p:sp>
        <p:nvSpPr>
          <p:cNvPr id="1001" name="OL"/>
          <p:cNvSpPr txBox="1"/>
          <p:nvPr/>
        </p:nvSpPr>
        <p:spPr>
          <a:xfrm>
            <a:off x="914400" y="1943100"/>
            <a:ext cx="4775200" cy="228600"/>
          </a:xfrm>
          <a:prstGeom prst="rect">
            <a:avLst/>
          </a:prstGeom>
          <a:noFill/>
        </p:spPr>
        <p:txBody>
          <a:bodyPr wrap="square" lIns="0" tIns="0" rIns="0" bIns="0" anchor="t"/>
          <a:lstStyle/>
          <a:p>
            <a:pPr algn="l"/>
            <a:r>
              <a:rPr lang="en-US" sz="1100" b="1" dirty="0">
                <a:solidFill>
                  <a:srgbClr val="8DC8E8"/>
                </a:solidFill>
              </a:rPr>
              <a:t>OLD</a:t>
            </a:r>
          </a:p>
        </p:txBody>
      </p:sp>
      <p:sp>
        <p:nvSpPr>
          <p:cNvPr id="1002" name="OT"/>
          <p:cNvSpPr txBox="1"/>
          <p:nvPr/>
        </p:nvSpPr>
        <p:spPr>
          <a:xfrm>
            <a:off x="914400" y="2247900"/>
            <a:ext cx="4775200" cy="406400"/>
          </a:xfrm>
          <a:prstGeom prst="rect">
            <a:avLst/>
          </a:prstGeom>
          <a:noFill/>
        </p:spPr>
        <p:txBody>
          <a:bodyPr wrap="square" lIns="0" tIns="0" rIns="0" bIns="0" anchor="t"/>
          <a:lstStyle/>
          <a:p>
            <a:pPr algn="l"/>
            <a:r>
              <a:rPr lang="en-US" sz="2400" b="1" dirty="0">
                <a:solidFill>
                  <a:srgbClr val="B9DCD2"/>
                </a:solidFill>
              </a:rPr>
              <a:t>.pbix</a:t>
            </a:r>
          </a:p>
        </p:txBody>
      </p:sp>
      <p:sp>
        <p:nvSpPr>
          <p:cNvPr id="1003" name="OB"/>
          <p:cNvSpPr txBox="1"/>
          <p:nvPr/>
        </p:nvSpPr>
        <p:spPr>
          <a:xfrm>
            <a:off x="914400" y="2857500"/>
            <a:ext cx="4775200" cy="1778000"/>
          </a:xfrm>
          <a:prstGeom prst="rect">
            <a:avLst/>
          </a:prstGeom>
          <a:noFill/>
        </p:spPr>
        <p:txBody>
          <a:bodyPr wrap="square" lIns="0" tIns="0" rIns="0" bIns="0" anchor="t"/>
          <a:lstStyle/>
          <a:p>
            <a:pPr algn="l"/>
            <a:r>
              <a:rPr lang="en-US" sz="1400" dirty="0">
                <a:solidFill>
                  <a:srgbClr val="FFFFFF"/>
                </a:solidFill>
              </a:rPr>
              <a:t>Zipped binary format. Not friendly to source control, diffs, merges, etc.</a:t>
            </a:r>
          </a:p>
        </p:txBody>
      </p:sp>
      <p:sp>
        <p:nvSpPr>
          <p:cNvPr id="1004" name="New"/>
          <p:cNvSpPr/>
          <p:nvPr/>
        </p:nvSpPr>
        <p:spPr>
          <a:xfrm>
            <a:off x="6223000" y="1714500"/>
            <a:ext cx="5334000" cy="3048000"/>
          </a:xfrm>
          <a:prstGeom prst="roundRect">
            <a:avLst>
              <a:gd name="adj" fmla="val 8000"/>
            </a:avLst>
          </a:prstGeom>
          <a:solidFill>
            <a:srgbClr val="1A3052"/>
          </a:solidFill>
          <a:ln w="12700">
            <a:solidFill>
              <a:srgbClr val="49C5B1"/>
            </a:solidFill>
          </a:ln>
        </p:spPr>
        <p:txBody>
          <a:bodyPr/>
          <a:lstStyle/>
          <a:p>
            <a:endParaRPr lang="en-US"/>
          </a:p>
        </p:txBody>
      </p:sp>
      <p:sp>
        <p:nvSpPr>
          <p:cNvPr id="1005" name="NL"/>
          <p:cNvSpPr txBox="1"/>
          <p:nvPr/>
        </p:nvSpPr>
        <p:spPr>
          <a:xfrm>
            <a:off x="6502400" y="1943100"/>
            <a:ext cx="4775200" cy="228600"/>
          </a:xfrm>
          <a:prstGeom prst="rect">
            <a:avLst/>
          </a:prstGeom>
          <a:noFill/>
        </p:spPr>
        <p:txBody>
          <a:bodyPr wrap="square" lIns="0" tIns="0" rIns="0" bIns="0" anchor="t"/>
          <a:lstStyle/>
          <a:p>
            <a:pPr algn="l"/>
            <a:r>
              <a:rPr lang="en-US" sz="1100" b="1" dirty="0">
                <a:solidFill>
                  <a:srgbClr val="49C5B1"/>
                </a:solidFill>
              </a:rPr>
              <a:t>NEW</a:t>
            </a:r>
          </a:p>
        </p:txBody>
      </p:sp>
      <p:sp>
        <p:nvSpPr>
          <p:cNvPr id="1006" name="NT"/>
          <p:cNvSpPr txBox="1"/>
          <p:nvPr/>
        </p:nvSpPr>
        <p:spPr>
          <a:xfrm>
            <a:off x="6502400" y="2247900"/>
            <a:ext cx="4775200" cy="406400"/>
          </a:xfrm>
          <a:prstGeom prst="rect">
            <a:avLst/>
          </a:prstGeom>
          <a:noFill/>
        </p:spPr>
        <p:txBody>
          <a:bodyPr wrap="square" lIns="0" tIns="0" rIns="0" bIns="0" anchor="t"/>
          <a:lstStyle/>
          <a:p>
            <a:pPr algn="l"/>
            <a:r>
              <a:rPr lang="en-US" sz="2400" b="1" dirty="0">
                <a:solidFill>
                  <a:srgbClr val="FFFFFF"/>
                </a:solidFill>
              </a:rPr>
              <a:t>.</a:t>
            </a:r>
            <a:r>
              <a:rPr lang="en-US" sz="2400" b="1" dirty="0" err="1">
                <a:solidFill>
                  <a:srgbClr val="FFFFFF"/>
                </a:solidFill>
              </a:rPr>
              <a:t>pbip</a:t>
            </a:r>
            <a:endParaRPr lang="en-US" sz="2400" b="1" dirty="0">
              <a:solidFill>
                <a:srgbClr val="FFFFFF"/>
              </a:solidFill>
            </a:endParaRPr>
          </a:p>
        </p:txBody>
      </p:sp>
      <p:sp>
        <p:nvSpPr>
          <p:cNvPr id="1007" name="NB"/>
          <p:cNvSpPr txBox="1"/>
          <p:nvPr/>
        </p:nvSpPr>
        <p:spPr>
          <a:xfrm>
            <a:off x="6502400" y="2857500"/>
            <a:ext cx="4657012" cy="1778000"/>
          </a:xfrm>
          <a:prstGeom prst="rect">
            <a:avLst/>
          </a:prstGeom>
          <a:noFill/>
        </p:spPr>
        <p:txBody>
          <a:bodyPr wrap="square" lIns="0" tIns="0" rIns="0" bIns="0" anchor="t"/>
          <a:lstStyle/>
          <a:p>
            <a:pPr algn="l"/>
            <a:r>
              <a:rPr lang="en-US" sz="1400" dirty="0">
                <a:solidFill>
                  <a:srgbClr val="FFFFFF"/>
                </a:solidFill>
              </a:rPr>
              <a:t>Report and model as text files: TMDL, PBIR JSON. Designed for source control. Pairs with Fabric Git integration.</a:t>
            </a:r>
          </a:p>
        </p:txBody>
      </p:sp>
      <p:sp>
        <p:nvSpPr>
          <p:cNvPr id="1008" name="CTA"/>
          <p:cNvSpPr/>
          <p:nvPr/>
        </p:nvSpPr>
        <p:spPr>
          <a:xfrm>
            <a:off x="635000" y="5080000"/>
            <a:ext cx="10922000" cy="1143000"/>
          </a:xfrm>
          <a:prstGeom prst="roundRect">
            <a:avLst>
              <a:gd name="adj" fmla="val 8000"/>
            </a:avLst>
          </a:prstGeom>
          <a:solidFill>
            <a:srgbClr val="0F2543"/>
          </a:solidFill>
          <a:ln w="12700">
            <a:solidFill>
              <a:srgbClr val="0078D3"/>
            </a:solidFill>
          </a:ln>
        </p:spPr>
        <p:txBody>
          <a:bodyPr/>
          <a:lstStyle/>
          <a:p>
            <a:endParaRPr lang="en-US"/>
          </a:p>
        </p:txBody>
      </p:sp>
      <p:sp>
        <p:nvSpPr>
          <p:cNvPr id="1010" name="CT1"/>
          <p:cNvSpPr txBox="1"/>
          <p:nvPr/>
        </p:nvSpPr>
        <p:spPr>
          <a:xfrm>
            <a:off x="889000" y="5626100"/>
            <a:ext cx="10414000" cy="381000"/>
          </a:xfrm>
          <a:prstGeom prst="rect">
            <a:avLst/>
          </a:prstGeom>
          <a:noFill/>
        </p:spPr>
        <p:txBody>
          <a:bodyPr wrap="square" lIns="0" tIns="0" rIns="0" bIns="0" anchor="t"/>
          <a:lstStyle/>
          <a:p>
            <a:pPr algn="ctr"/>
            <a:r>
              <a:rPr lang="en-US" sz="1500" b="1" dirty="0">
                <a:solidFill>
                  <a:srgbClr val="FFFFFF"/>
                </a:solidFill>
              </a:rPr>
              <a:t>Without Git, you can’t collaborate effectively with your coworkers OR agents.</a:t>
            </a:r>
          </a:p>
        </p:txBody>
      </p:sp>
    </p:spTree>
    <p:extLst>
      <p:ext uri="{BB962C8B-B14F-4D97-AF65-F5344CB8AC3E}">
        <p14:creationId xmlns:p14="http://schemas.microsoft.com/office/powerpoint/2010/main" val="123764139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E04F20A4-A59E-6796-91E9-BF8FE9EA66CB}"/>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D8DF0A18-3597-CDEC-CD22-0244141C04E7}"/>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Fabric workspaces + Git integration</a:t>
            </a:r>
          </a:p>
        </p:txBody>
      </p:sp>
      <p:sp>
        <p:nvSpPr>
          <p:cNvPr id="1000" name="Card"/>
          <p:cNvSpPr/>
          <p:nvPr/>
        </p:nvSpPr>
        <p:spPr>
          <a:xfrm>
            <a:off x="635000" y="1778000"/>
            <a:ext cx="5334000" cy="2032000"/>
          </a:xfrm>
          <a:prstGeom prst="roundRect">
            <a:avLst>
              <a:gd name="adj" fmla="val 8000"/>
            </a:avLst>
          </a:prstGeom>
          <a:solidFill>
            <a:srgbClr val="1A3052"/>
          </a:solidFill>
          <a:ln w="12700">
            <a:solidFill>
              <a:srgbClr val="0078D3"/>
            </a:solidFill>
          </a:ln>
        </p:spPr>
        <p:txBody>
          <a:bodyPr/>
          <a:lstStyle/>
          <a:p>
            <a:endParaRPr lang="en-US"/>
          </a:p>
        </p:txBody>
      </p:sp>
      <p:sp>
        <p:nvSpPr>
          <p:cNvPr id="1001" name="L"/>
          <p:cNvSpPr txBox="1"/>
          <p:nvPr/>
        </p:nvSpPr>
        <p:spPr>
          <a:xfrm>
            <a:off x="914400" y="1981200"/>
            <a:ext cx="4775200" cy="228600"/>
          </a:xfrm>
          <a:prstGeom prst="rect">
            <a:avLst/>
          </a:prstGeom>
          <a:noFill/>
        </p:spPr>
        <p:txBody>
          <a:bodyPr wrap="square" lIns="0" tIns="0" rIns="0" bIns="0" anchor="t"/>
          <a:lstStyle/>
          <a:p>
            <a:pPr algn="l"/>
            <a:r>
              <a:rPr lang="en-US" sz="1000" b="1" dirty="0">
                <a:solidFill>
                  <a:srgbClr val="0078D3"/>
                </a:solidFill>
              </a:rPr>
              <a:t>WORKSPACE ↔ REPO</a:t>
            </a:r>
          </a:p>
        </p:txBody>
      </p:sp>
      <p:sp>
        <p:nvSpPr>
          <p:cNvPr id="1002" name="T"/>
          <p:cNvSpPr txBox="1"/>
          <p:nvPr/>
        </p:nvSpPr>
        <p:spPr>
          <a:xfrm>
            <a:off x="914400" y="2260600"/>
            <a:ext cx="4775200" cy="381000"/>
          </a:xfrm>
          <a:prstGeom prst="rect">
            <a:avLst/>
          </a:prstGeom>
          <a:noFill/>
        </p:spPr>
        <p:txBody>
          <a:bodyPr wrap="square" lIns="0" tIns="0" rIns="0" bIns="0" anchor="t"/>
          <a:lstStyle/>
          <a:p>
            <a:pPr algn="l"/>
            <a:r>
              <a:rPr lang="en-US" sz="2000" b="1" dirty="0">
                <a:solidFill>
                  <a:srgbClr val="FFFFFF"/>
                </a:solidFill>
              </a:rPr>
              <a:t>Two-way Git sync</a:t>
            </a:r>
          </a:p>
        </p:txBody>
      </p:sp>
      <p:sp>
        <p:nvSpPr>
          <p:cNvPr id="1003" name="B"/>
          <p:cNvSpPr txBox="1"/>
          <p:nvPr/>
        </p:nvSpPr>
        <p:spPr>
          <a:xfrm>
            <a:off x="914400" y="2768600"/>
            <a:ext cx="4775200" cy="889000"/>
          </a:xfrm>
          <a:prstGeom prst="rect">
            <a:avLst/>
          </a:prstGeom>
          <a:noFill/>
        </p:spPr>
        <p:txBody>
          <a:bodyPr wrap="square" lIns="0" tIns="0" rIns="0" bIns="0" anchor="t"/>
          <a:lstStyle/>
          <a:p>
            <a:pPr algn="l"/>
            <a:r>
              <a:rPr lang="en-US" sz="1400" dirty="0">
                <a:solidFill>
                  <a:srgbClr val="FFFFFF"/>
                </a:solidFill>
              </a:rPr>
              <a:t>Connect a workspace to an Azure DevOps or GitHub branch. Changes flow both ways.</a:t>
            </a:r>
          </a:p>
        </p:txBody>
      </p:sp>
      <p:sp>
        <p:nvSpPr>
          <p:cNvPr id="1004" name="Card"/>
          <p:cNvSpPr/>
          <p:nvPr/>
        </p:nvSpPr>
        <p:spPr>
          <a:xfrm>
            <a:off x="6223000" y="1778000"/>
            <a:ext cx="5334000" cy="2032000"/>
          </a:xfrm>
          <a:prstGeom prst="roundRect">
            <a:avLst>
              <a:gd name="adj" fmla="val 8000"/>
            </a:avLst>
          </a:prstGeom>
          <a:solidFill>
            <a:srgbClr val="1A3052"/>
          </a:solidFill>
          <a:ln w="12700">
            <a:solidFill>
              <a:srgbClr val="49C5B1"/>
            </a:solidFill>
          </a:ln>
        </p:spPr>
        <p:txBody>
          <a:bodyPr/>
          <a:lstStyle/>
          <a:p>
            <a:endParaRPr lang="en-US"/>
          </a:p>
        </p:txBody>
      </p:sp>
      <p:sp>
        <p:nvSpPr>
          <p:cNvPr id="1005" name="L"/>
          <p:cNvSpPr txBox="1"/>
          <p:nvPr/>
        </p:nvSpPr>
        <p:spPr>
          <a:xfrm>
            <a:off x="6502400" y="1981200"/>
            <a:ext cx="4775200" cy="228600"/>
          </a:xfrm>
          <a:prstGeom prst="rect">
            <a:avLst/>
          </a:prstGeom>
          <a:noFill/>
        </p:spPr>
        <p:txBody>
          <a:bodyPr wrap="square" lIns="0" tIns="0" rIns="0" bIns="0" anchor="t"/>
          <a:lstStyle/>
          <a:p>
            <a:pPr algn="l"/>
            <a:r>
              <a:rPr lang="en-US" sz="1000" b="1" dirty="0">
                <a:solidFill>
                  <a:srgbClr val="49C5B1"/>
                </a:solidFill>
              </a:rPr>
              <a:t>VERSIONED CODE</a:t>
            </a:r>
          </a:p>
        </p:txBody>
      </p:sp>
      <p:sp>
        <p:nvSpPr>
          <p:cNvPr id="1006" name="T"/>
          <p:cNvSpPr txBox="1"/>
          <p:nvPr/>
        </p:nvSpPr>
        <p:spPr>
          <a:xfrm>
            <a:off x="6502400" y="2260600"/>
            <a:ext cx="4775200" cy="381000"/>
          </a:xfrm>
          <a:prstGeom prst="rect">
            <a:avLst/>
          </a:prstGeom>
          <a:noFill/>
        </p:spPr>
        <p:txBody>
          <a:bodyPr wrap="square" lIns="0" tIns="0" rIns="0" bIns="0" anchor="t"/>
          <a:lstStyle/>
          <a:p>
            <a:pPr algn="l"/>
            <a:r>
              <a:rPr lang="en-US" sz="2000" b="1" dirty="0">
                <a:solidFill>
                  <a:srgbClr val="FFFFFF"/>
                </a:solidFill>
              </a:rPr>
              <a:t>Lakehouse + pipelines + notebooks</a:t>
            </a:r>
          </a:p>
        </p:txBody>
      </p:sp>
      <p:sp>
        <p:nvSpPr>
          <p:cNvPr id="1007" name="B"/>
          <p:cNvSpPr txBox="1"/>
          <p:nvPr/>
        </p:nvSpPr>
        <p:spPr>
          <a:xfrm>
            <a:off x="6502400" y="2768600"/>
            <a:ext cx="4775200" cy="889000"/>
          </a:xfrm>
          <a:prstGeom prst="rect">
            <a:avLst/>
          </a:prstGeom>
          <a:noFill/>
        </p:spPr>
        <p:txBody>
          <a:bodyPr wrap="square" lIns="0" tIns="0" rIns="0" bIns="0" anchor="t"/>
          <a:lstStyle/>
          <a:p>
            <a:pPr algn="l"/>
            <a:r>
              <a:rPr lang="en-US" sz="1400" dirty="0">
                <a:solidFill>
                  <a:srgbClr val="FFFFFF"/>
                </a:solidFill>
              </a:rPr>
              <a:t>All become reviewable, diffable artifacts under source control.</a:t>
            </a:r>
          </a:p>
        </p:txBody>
      </p:sp>
      <p:sp>
        <p:nvSpPr>
          <p:cNvPr id="1008" name="Card"/>
          <p:cNvSpPr/>
          <p:nvPr/>
        </p:nvSpPr>
        <p:spPr>
          <a:xfrm>
            <a:off x="635000" y="4064000"/>
            <a:ext cx="5334000" cy="2032000"/>
          </a:xfrm>
          <a:prstGeom prst="roundRect">
            <a:avLst>
              <a:gd name="adj" fmla="val 8000"/>
            </a:avLst>
          </a:prstGeom>
          <a:solidFill>
            <a:srgbClr val="1A3052"/>
          </a:solidFill>
          <a:ln w="12700">
            <a:solidFill>
              <a:srgbClr val="8DC8E8"/>
            </a:solidFill>
          </a:ln>
        </p:spPr>
        <p:txBody>
          <a:bodyPr/>
          <a:lstStyle/>
          <a:p>
            <a:endParaRPr lang="en-US"/>
          </a:p>
        </p:txBody>
      </p:sp>
      <p:sp>
        <p:nvSpPr>
          <p:cNvPr id="1009" name="L"/>
          <p:cNvSpPr txBox="1"/>
          <p:nvPr/>
        </p:nvSpPr>
        <p:spPr>
          <a:xfrm>
            <a:off x="914400" y="4267200"/>
            <a:ext cx="4775200" cy="228600"/>
          </a:xfrm>
          <a:prstGeom prst="rect">
            <a:avLst/>
          </a:prstGeom>
          <a:noFill/>
        </p:spPr>
        <p:txBody>
          <a:bodyPr wrap="square" lIns="0" tIns="0" rIns="0" bIns="0" anchor="t"/>
          <a:lstStyle/>
          <a:p>
            <a:pPr algn="l"/>
            <a:r>
              <a:rPr lang="en-US" sz="1000" b="1" dirty="0">
                <a:solidFill>
                  <a:srgbClr val="8DC8E8"/>
                </a:solidFill>
              </a:rPr>
              <a:t>WITH PBIP</a:t>
            </a:r>
          </a:p>
        </p:txBody>
      </p:sp>
      <p:sp>
        <p:nvSpPr>
          <p:cNvPr id="1010" name="T"/>
          <p:cNvSpPr txBox="1"/>
          <p:nvPr/>
        </p:nvSpPr>
        <p:spPr>
          <a:xfrm>
            <a:off x="914400" y="4546600"/>
            <a:ext cx="4775200" cy="381000"/>
          </a:xfrm>
          <a:prstGeom prst="rect">
            <a:avLst/>
          </a:prstGeom>
          <a:noFill/>
        </p:spPr>
        <p:txBody>
          <a:bodyPr wrap="square" lIns="0" tIns="0" rIns="0" bIns="0" anchor="t"/>
          <a:lstStyle/>
          <a:p>
            <a:pPr algn="l"/>
            <a:r>
              <a:rPr lang="en-US" sz="2000" b="1" dirty="0">
                <a:solidFill>
                  <a:srgbClr val="FFFFFF"/>
                </a:solidFill>
              </a:rPr>
              <a:t>End-to-end source control</a:t>
            </a:r>
          </a:p>
        </p:txBody>
      </p:sp>
      <p:sp>
        <p:nvSpPr>
          <p:cNvPr id="1011" name="B"/>
          <p:cNvSpPr txBox="1"/>
          <p:nvPr/>
        </p:nvSpPr>
        <p:spPr>
          <a:xfrm>
            <a:off x="914400" y="5054600"/>
            <a:ext cx="4775200" cy="889000"/>
          </a:xfrm>
          <a:prstGeom prst="rect">
            <a:avLst/>
          </a:prstGeom>
          <a:noFill/>
        </p:spPr>
        <p:txBody>
          <a:bodyPr wrap="square" lIns="0" tIns="0" rIns="0" bIns="0" anchor="t"/>
          <a:lstStyle/>
          <a:p>
            <a:pPr algn="l"/>
            <a:r>
              <a:rPr lang="en-US" sz="1400" dirty="0">
                <a:solidFill>
                  <a:srgbClr val="FFFFFF"/>
                </a:solidFill>
              </a:rPr>
              <a:t>Reports, semantic models, and data items in one Git-tracked solution.</a:t>
            </a:r>
          </a:p>
        </p:txBody>
      </p:sp>
      <p:sp>
        <p:nvSpPr>
          <p:cNvPr id="1012" name="Card"/>
          <p:cNvSpPr/>
          <p:nvPr/>
        </p:nvSpPr>
        <p:spPr>
          <a:xfrm>
            <a:off x="6223000" y="4064000"/>
            <a:ext cx="5334000" cy="2032000"/>
          </a:xfrm>
          <a:prstGeom prst="roundRect">
            <a:avLst>
              <a:gd name="adj" fmla="val 8000"/>
            </a:avLst>
          </a:prstGeom>
          <a:solidFill>
            <a:srgbClr val="1A3052"/>
          </a:solidFill>
          <a:ln w="12700">
            <a:solidFill>
              <a:srgbClr val="B9DCD2"/>
            </a:solidFill>
          </a:ln>
        </p:spPr>
        <p:txBody>
          <a:bodyPr/>
          <a:lstStyle/>
          <a:p>
            <a:endParaRPr lang="en-US"/>
          </a:p>
        </p:txBody>
      </p:sp>
      <p:sp>
        <p:nvSpPr>
          <p:cNvPr id="1013" name="L"/>
          <p:cNvSpPr txBox="1"/>
          <p:nvPr/>
        </p:nvSpPr>
        <p:spPr>
          <a:xfrm>
            <a:off x="6502400" y="4267200"/>
            <a:ext cx="4775200" cy="228600"/>
          </a:xfrm>
          <a:prstGeom prst="rect">
            <a:avLst/>
          </a:prstGeom>
          <a:noFill/>
        </p:spPr>
        <p:txBody>
          <a:bodyPr wrap="square" lIns="0" tIns="0" rIns="0" bIns="0" anchor="t"/>
          <a:lstStyle/>
          <a:p>
            <a:pPr algn="l"/>
            <a:r>
              <a:rPr lang="en-US" sz="1000" b="1" dirty="0">
                <a:solidFill>
                  <a:srgbClr val="B9DCD2"/>
                </a:solidFill>
              </a:rPr>
              <a:t>WHY IT MATTERS</a:t>
            </a:r>
          </a:p>
        </p:txBody>
      </p:sp>
      <p:sp>
        <p:nvSpPr>
          <p:cNvPr id="1014" name="T"/>
          <p:cNvSpPr txBox="1"/>
          <p:nvPr/>
        </p:nvSpPr>
        <p:spPr>
          <a:xfrm>
            <a:off x="6502400" y="4546600"/>
            <a:ext cx="4775200" cy="381000"/>
          </a:xfrm>
          <a:prstGeom prst="rect">
            <a:avLst/>
          </a:prstGeom>
          <a:noFill/>
        </p:spPr>
        <p:txBody>
          <a:bodyPr wrap="square" lIns="0" tIns="0" rIns="0" bIns="0" anchor="t"/>
          <a:lstStyle/>
          <a:p>
            <a:pPr algn="l"/>
            <a:r>
              <a:rPr lang="en-US" sz="2000" b="1" dirty="0">
                <a:solidFill>
                  <a:srgbClr val="FFFFFF"/>
                </a:solidFill>
              </a:rPr>
              <a:t>The substrate for agents</a:t>
            </a:r>
          </a:p>
        </p:txBody>
      </p:sp>
      <p:sp>
        <p:nvSpPr>
          <p:cNvPr id="1015" name="B"/>
          <p:cNvSpPr txBox="1"/>
          <p:nvPr/>
        </p:nvSpPr>
        <p:spPr>
          <a:xfrm>
            <a:off x="6502400" y="5054600"/>
            <a:ext cx="4775200" cy="889000"/>
          </a:xfrm>
          <a:prstGeom prst="rect">
            <a:avLst/>
          </a:prstGeom>
          <a:noFill/>
        </p:spPr>
        <p:txBody>
          <a:bodyPr wrap="square" lIns="0" tIns="0" rIns="0" bIns="0" anchor="t"/>
          <a:lstStyle/>
          <a:p>
            <a:pPr algn="l"/>
            <a:r>
              <a:rPr lang="en-US" sz="1400" dirty="0">
                <a:solidFill>
                  <a:srgbClr val="FFFFFF"/>
                </a:solidFill>
              </a:rPr>
              <a:t>Without this, agents have nothing to read, write, or review against.</a:t>
            </a:r>
          </a:p>
        </p:txBody>
      </p:sp>
    </p:spTree>
    <p:extLst>
      <p:ext uri="{BB962C8B-B14F-4D97-AF65-F5344CB8AC3E}">
        <p14:creationId xmlns:p14="http://schemas.microsoft.com/office/powerpoint/2010/main" val="115687595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947542C7-AA8D-AB0D-0EAD-932D00BB2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C95D5FF6-FAA3-8278-4328-ECC6FBBEB361}"/>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data-goblin / power-bi-agentic-development</a:t>
            </a:r>
          </a:p>
        </p:txBody>
      </p:sp>
      <p:sp>
        <p:nvSpPr>
          <p:cNvPr id="1000" name="L1"/>
          <p:cNvSpPr txBox="1"/>
          <p:nvPr/>
        </p:nvSpPr>
        <p:spPr>
          <a:xfrm>
            <a:off x="635000" y="1333500"/>
            <a:ext cx="10922000" cy="228600"/>
          </a:xfrm>
          <a:prstGeom prst="rect">
            <a:avLst/>
          </a:prstGeom>
          <a:noFill/>
        </p:spPr>
        <p:txBody>
          <a:bodyPr wrap="square" rtlCol="0" anchor="t"/>
          <a:lstStyle/>
          <a:p>
            <a:pPr algn="ctr"/>
            <a:r>
              <a:rPr lang="en-US" sz="1000" b="1" dirty="0">
                <a:solidFill>
                  <a:srgbClr val="0078D3"/>
                </a:solidFill>
              </a:rPr>
              <a:t>A PLUGIN MARKETPLACE FOR POWER BI WORK — OPEN SOURCE, GPL-3.0</a:t>
            </a:r>
          </a:p>
        </p:txBody>
      </p:sp>
      <p:sp>
        <p:nvSpPr>
          <p:cNvPr id="1100" name="Pc"/>
          <p:cNvSpPr/>
          <p:nvPr/>
        </p:nvSpPr>
        <p:spPr>
          <a:xfrm>
            <a:off x="635000" y="1651000"/>
            <a:ext cx="5397500" cy="16764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1101" name="Pp"/>
          <p:cNvSpPr txBox="1"/>
          <p:nvPr/>
        </p:nvSpPr>
        <p:spPr>
          <a:xfrm>
            <a:off x="863600" y="1828800"/>
            <a:ext cx="4940300" cy="254000"/>
          </a:xfrm>
          <a:prstGeom prst="rect">
            <a:avLst/>
          </a:prstGeom>
          <a:noFill/>
        </p:spPr>
        <p:txBody>
          <a:bodyPr wrap="square" rtlCol="0" anchor="t"/>
          <a:lstStyle/>
          <a:p>
            <a:pPr algn="l"/>
            <a:r>
              <a:rPr lang="en-US" sz="1300" b="1" dirty="0">
                <a:solidFill>
                  <a:srgbClr val="0078D3"/>
                </a:solidFill>
                <a:latin typeface="Consolas"/>
              </a:rPr>
              <a:t>tabular-editor</a:t>
            </a:r>
          </a:p>
        </p:txBody>
      </p:sp>
      <p:sp>
        <p:nvSpPr>
          <p:cNvPr id="1102" name="Pt"/>
          <p:cNvSpPr txBox="1"/>
          <p:nvPr/>
        </p:nvSpPr>
        <p:spPr>
          <a:xfrm>
            <a:off x="863600" y="2159000"/>
            <a:ext cx="4940300" cy="355600"/>
          </a:xfrm>
          <a:prstGeom prst="rect">
            <a:avLst/>
          </a:prstGeom>
          <a:noFill/>
        </p:spPr>
        <p:txBody>
          <a:bodyPr wrap="square" rtlCol="0" anchor="t"/>
          <a:lstStyle/>
          <a:p>
            <a:pPr algn="l"/>
            <a:r>
              <a:rPr lang="en-US" sz="1600" b="1" dirty="0">
                <a:solidFill>
                  <a:srgbClr val="FFFFFF"/>
                </a:solidFill>
              </a:rPr>
              <a:t>Tabular Editor expert</a:t>
            </a:r>
          </a:p>
        </p:txBody>
      </p:sp>
      <p:sp>
        <p:nvSpPr>
          <p:cNvPr id="1103" name="Pb"/>
          <p:cNvSpPr txBox="1"/>
          <p:nvPr/>
        </p:nvSpPr>
        <p:spPr>
          <a:xfrm>
            <a:off x="863600" y="2565400"/>
            <a:ext cx="4940300" cy="635000"/>
          </a:xfrm>
          <a:prstGeom prst="rect">
            <a:avLst/>
          </a:prstGeom>
          <a:noFill/>
        </p:spPr>
        <p:txBody>
          <a:bodyPr wrap="square" rtlCol="0" anchor="t"/>
          <a:lstStyle/>
          <a:p>
            <a:pPr algn="l"/>
            <a:r>
              <a:rPr lang="en-US" sz="1300" dirty="0">
                <a:solidFill>
                  <a:srgbClr val="FFFFFF"/>
                </a:solidFill>
              </a:rPr>
              <a:t>BPA rules, C# scripting (TOM, LINQ), macros, CLI invocation, TE3 config, doc search.</a:t>
            </a:r>
          </a:p>
        </p:txBody>
      </p:sp>
      <p:sp>
        <p:nvSpPr>
          <p:cNvPr id="1110" name="Pc"/>
          <p:cNvSpPr/>
          <p:nvPr/>
        </p:nvSpPr>
        <p:spPr>
          <a:xfrm>
            <a:off x="6159500" y="1651000"/>
            <a:ext cx="5397500" cy="16764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1111" name="Pp"/>
          <p:cNvSpPr txBox="1"/>
          <p:nvPr/>
        </p:nvSpPr>
        <p:spPr>
          <a:xfrm>
            <a:off x="6388100" y="1828800"/>
            <a:ext cx="4940300" cy="254000"/>
          </a:xfrm>
          <a:prstGeom prst="rect">
            <a:avLst/>
          </a:prstGeom>
          <a:noFill/>
        </p:spPr>
        <p:txBody>
          <a:bodyPr wrap="square" rtlCol="0" anchor="t"/>
          <a:lstStyle/>
          <a:p>
            <a:pPr algn="l"/>
            <a:r>
              <a:rPr lang="en-US" sz="1300" b="1" dirty="0">
                <a:solidFill>
                  <a:srgbClr val="49C5B1"/>
                </a:solidFill>
                <a:latin typeface="Consolas"/>
              </a:rPr>
              <a:t>pbip</a:t>
            </a:r>
          </a:p>
        </p:txBody>
      </p:sp>
      <p:sp>
        <p:nvSpPr>
          <p:cNvPr id="1112" name="Pt"/>
          <p:cNvSpPr txBox="1"/>
          <p:nvPr/>
        </p:nvSpPr>
        <p:spPr>
          <a:xfrm>
            <a:off x="6388100" y="2159000"/>
            <a:ext cx="4940300" cy="355600"/>
          </a:xfrm>
          <a:prstGeom prst="rect">
            <a:avLst/>
          </a:prstGeom>
          <a:noFill/>
        </p:spPr>
        <p:txBody>
          <a:bodyPr wrap="square" rtlCol="0" anchor="t"/>
          <a:lstStyle/>
          <a:p>
            <a:pPr algn="l"/>
            <a:r>
              <a:rPr lang="en-US" sz="1600" b="1" dirty="0">
                <a:solidFill>
                  <a:srgbClr val="FFFFFF"/>
                </a:solidFill>
              </a:rPr>
              <a:t>TMDL &amp; PBIP authoring</a:t>
            </a:r>
          </a:p>
        </p:txBody>
      </p:sp>
      <p:sp>
        <p:nvSpPr>
          <p:cNvPr id="1113" name="Pb"/>
          <p:cNvSpPr txBox="1"/>
          <p:nvPr/>
        </p:nvSpPr>
        <p:spPr>
          <a:xfrm>
            <a:off x="6388100" y="2565400"/>
            <a:ext cx="4940300" cy="635000"/>
          </a:xfrm>
          <a:prstGeom prst="rect">
            <a:avLst/>
          </a:prstGeom>
          <a:noFill/>
        </p:spPr>
        <p:txBody>
          <a:bodyPr wrap="square" rtlCol="0" anchor="t"/>
          <a:lstStyle/>
          <a:p>
            <a:pPr algn="l"/>
            <a:r>
              <a:rPr lang="en-US" sz="1300" dirty="0">
                <a:solidFill>
                  <a:srgbClr val="FFFFFF"/>
                </a:solidFill>
              </a:rPr>
              <a:t>Edit semantic models as code — TMDL syntax, PBIP project structure, conventions.</a:t>
            </a:r>
          </a:p>
        </p:txBody>
      </p:sp>
      <p:sp>
        <p:nvSpPr>
          <p:cNvPr id="1120" name="Pc"/>
          <p:cNvSpPr/>
          <p:nvPr/>
        </p:nvSpPr>
        <p:spPr>
          <a:xfrm>
            <a:off x="635000" y="3454400"/>
            <a:ext cx="5397500" cy="16764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1121" name="Pp"/>
          <p:cNvSpPr txBox="1"/>
          <p:nvPr/>
        </p:nvSpPr>
        <p:spPr>
          <a:xfrm>
            <a:off x="863600" y="3632200"/>
            <a:ext cx="4940300" cy="254000"/>
          </a:xfrm>
          <a:prstGeom prst="rect">
            <a:avLst/>
          </a:prstGeom>
          <a:noFill/>
        </p:spPr>
        <p:txBody>
          <a:bodyPr wrap="square" rtlCol="0" anchor="t"/>
          <a:lstStyle/>
          <a:p>
            <a:pPr algn="l"/>
            <a:r>
              <a:rPr lang="en-US" sz="1300" b="1" dirty="0">
                <a:solidFill>
                  <a:srgbClr val="F0B860"/>
                </a:solidFill>
                <a:latin typeface="Consolas"/>
              </a:rPr>
              <a:t>pbi-desktop</a:t>
            </a:r>
          </a:p>
        </p:txBody>
      </p:sp>
      <p:sp>
        <p:nvSpPr>
          <p:cNvPr id="1122" name="Pt"/>
          <p:cNvSpPr txBox="1"/>
          <p:nvPr/>
        </p:nvSpPr>
        <p:spPr>
          <a:xfrm>
            <a:off x="863600" y="3962400"/>
            <a:ext cx="4940300" cy="355600"/>
          </a:xfrm>
          <a:prstGeom prst="rect">
            <a:avLst/>
          </a:prstGeom>
          <a:noFill/>
        </p:spPr>
        <p:txBody>
          <a:bodyPr wrap="square" rtlCol="0" anchor="t"/>
          <a:lstStyle/>
          <a:p>
            <a:pPr algn="l"/>
            <a:r>
              <a:rPr lang="en-US" sz="1600" b="1" dirty="0">
                <a:solidFill>
                  <a:srgbClr val="FFFFFF"/>
                </a:solidFill>
              </a:rPr>
              <a:t>Connect to Desktop's local AS</a:t>
            </a:r>
          </a:p>
        </p:txBody>
      </p:sp>
      <p:sp>
        <p:nvSpPr>
          <p:cNvPr id="1123" name="Pb"/>
          <p:cNvSpPr txBox="1"/>
          <p:nvPr/>
        </p:nvSpPr>
        <p:spPr>
          <a:xfrm>
            <a:off x="863600" y="4368800"/>
            <a:ext cx="4940300" cy="635000"/>
          </a:xfrm>
          <a:prstGeom prst="rect">
            <a:avLst/>
          </a:prstGeom>
          <a:noFill/>
        </p:spPr>
        <p:txBody>
          <a:bodyPr wrap="square" rtlCol="0" anchor="t"/>
          <a:lstStyle/>
          <a:p>
            <a:pPr algn="l"/>
            <a:r>
              <a:rPr lang="en-US" sz="1300" dirty="0">
                <a:solidFill>
                  <a:srgbClr val="FFFFFF"/>
                </a:solidFill>
              </a:rPr>
              <a:t>Talks to the local Analysis Services instance via TOM and ADOMD.NET.</a:t>
            </a:r>
          </a:p>
        </p:txBody>
      </p:sp>
      <p:sp>
        <p:nvSpPr>
          <p:cNvPr id="1130" name="Pc"/>
          <p:cNvSpPr/>
          <p:nvPr/>
        </p:nvSpPr>
        <p:spPr>
          <a:xfrm>
            <a:off x="6159500" y="3454400"/>
            <a:ext cx="5397500" cy="1676400"/>
          </a:xfrm>
          <a:prstGeom prst="roundRect">
            <a:avLst>
              <a:gd name="adj" fmla="val 8000"/>
            </a:avLst>
          </a:prstGeom>
          <a:solidFill>
            <a:srgbClr val="1A3052"/>
          </a:solidFill>
          <a:ln w="12700">
            <a:solidFill>
              <a:srgbClr val="8DC8E8"/>
            </a:solidFill>
          </a:ln>
        </p:spPr>
        <p:txBody>
          <a:bodyPr wrap="square" rtlCol="0" anchor="t"/>
          <a:lstStyle/>
          <a:p>
            <a:endParaRPr lang="en-US"/>
          </a:p>
        </p:txBody>
      </p:sp>
      <p:sp>
        <p:nvSpPr>
          <p:cNvPr id="1131" name="Pp"/>
          <p:cNvSpPr txBox="1"/>
          <p:nvPr/>
        </p:nvSpPr>
        <p:spPr>
          <a:xfrm>
            <a:off x="6388100" y="3632200"/>
            <a:ext cx="4940300" cy="254000"/>
          </a:xfrm>
          <a:prstGeom prst="rect">
            <a:avLst/>
          </a:prstGeom>
          <a:noFill/>
        </p:spPr>
        <p:txBody>
          <a:bodyPr wrap="square" rtlCol="0" anchor="t"/>
          <a:lstStyle/>
          <a:p>
            <a:pPr algn="l"/>
            <a:r>
              <a:rPr lang="en-US" sz="1300" b="1" dirty="0">
                <a:solidFill>
                  <a:srgbClr val="8DC8E8"/>
                </a:solidFill>
                <a:latin typeface="Consolas"/>
              </a:rPr>
              <a:t>fabric-cli-plugin</a:t>
            </a:r>
          </a:p>
        </p:txBody>
      </p:sp>
      <p:sp>
        <p:nvSpPr>
          <p:cNvPr id="1132" name="Pt"/>
          <p:cNvSpPr txBox="1"/>
          <p:nvPr/>
        </p:nvSpPr>
        <p:spPr>
          <a:xfrm>
            <a:off x="6388100" y="3962400"/>
            <a:ext cx="4940300" cy="355600"/>
          </a:xfrm>
          <a:prstGeom prst="rect">
            <a:avLst/>
          </a:prstGeom>
          <a:noFill/>
        </p:spPr>
        <p:txBody>
          <a:bodyPr wrap="square" rtlCol="0" anchor="t"/>
          <a:lstStyle/>
          <a:p>
            <a:pPr algn="l"/>
            <a:r>
              <a:rPr lang="en-US" sz="1600" b="1" dirty="0">
                <a:solidFill>
                  <a:srgbClr val="FFFFFF"/>
                </a:solidFill>
              </a:rPr>
              <a:t>Fabric workspace operations</a:t>
            </a:r>
          </a:p>
        </p:txBody>
      </p:sp>
      <p:sp>
        <p:nvSpPr>
          <p:cNvPr id="1133" name="Pb"/>
          <p:cNvSpPr txBox="1"/>
          <p:nvPr/>
        </p:nvSpPr>
        <p:spPr>
          <a:xfrm>
            <a:off x="6388100" y="4368800"/>
            <a:ext cx="4940300" cy="635000"/>
          </a:xfrm>
          <a:prstGeom prst="rect">
            <a:avLst/>
          </a:prstGeom>
          <a:noFill/>
        </p:spPr>
        <p:txBody>
          <a:bodyPr wrap="square" rtlCol="0" anchor="t"/>
          <a:lstStyle/>
          <a:p>
            <a:pPr algn="l"/>
            <a:r>
              <a:rPr lang="en-US" sz="1300" dirty="0">
                <a:solidFill>
                  <a:srgbClr val="FFFFFF"/>
                </a:solidFill>
              </a:rPr>
              <a:t>Separate plugin for everything that lives in Fabric — workspaces, items, deployment.</a:t>
            </a:r>
          </a:p>
        </p:txBody>
      </p:sp>
      <p:sp>
        <p:nvSpPr>
          <p:cNvPr id="3000" name="PB"/>
          <p:cNvSpPr/>
          <p:nvPr/>
        </p:nvSpPr>
        <p:spPr>
          <a:xfrm>
            <a:off x="635000" y="5270500"/>
            <a:ext cx="10922000" cy="889000"/>
          </a:xfrm>
          <a:prstGeom prst="roundRect">
            <a:avLst>
              <a:gd name="adj" fmla="val 8000"/>
            </a:avLst>
          </a:prstGeom>
          <a:solidFill>
            <a:srgbClr val="0F2543"/>
          </a:solidFill>
          <a:ln w="12700">
            <a:solidFill>
              <a:srgbClr val="F0B860"/>
            </a:solidFill>
          </a:ln>
        </p:spPr>
        <p:txBody>
          <a:bodyPr wrap="square" rtlCol="0" anchor="t"/>
          <a:lstStyle/>
          <a:p>
            <a:endParaRPr lang="en-US"/>
          </a:p>
        </p:txBody>
      </p:sp>
      <p:sp>
        <p:nvSpPr>
          <p:cNvPr id="3001" name="PBL"/>
          <p:cNvSpPr txBox="1"/>
          <p:nvPr/>
        </p:nvSpPr>
        <p:spPr>
          <a:xfrm>
            <a:off x="889000" y="5422900"/>
            <a:ext cx="10414000" cy="177800"/>
          </a:xfrm>
          <a:prstGeom prst="rect">
            <a:avLst/>
          </a:prstGeom>
          <a:noFill/>
        </p:spPr>
        <p:txBody>
          <a:bodyPr wrap="square" rtlCol="0" anchor="t"/>
          <a:lstStyle/>
          <a:p>
            <a:pPr algn="l"/>
            <a:r>
              <a:rPr lang="en-US" sz="1000" b="1" dirty="0">
                <a:solidFill>
                  <a:srgbClr val="F0B860"/>
                </a:solidFill>
              </a:rPr>
              <a:t>INSTALL IN</a:t>
            </a:r>
          </a:p>
        </p:txBody>
      </p:sp>
      <p:sp>
        <p:nvSpPr>
          <p:cNvPr id="3002" name="PBT"/>
          <p:cNvSpPr txBox="1"/>
          <p:nvPr/>
        </p:nvSpPr>
        <p:spPr>
          <a:xfrm>
            <a:off x="889000" y="5651500"/>
            <a:ext cx="10414000" cy="254000"/>
          </a:xfrm>
          <a:prstGeom prst="rect">
            <a:avLst/>
          </a:prstGeom>
          <a:noFill/>
        </p:spPr>
        <p:txBody>
          <a:bodyPr wrap="square" rtlCol="0" anchor="t"/>
          <a:lstStyle/>
          <a:p>
            <a:pPr algn="l"/>
            <a:r>
              <a:rPr lang="en-US" sz="1500" b="1" dirty="0">
                <a:solidFill>
                  <a:srgbClr val="FFFFFF"/>
                </a:solidFill>
                <a:latin typeface="Consolas"/>
              </a:rPr>
              <a:t>Claude Code  ·  Codex  ·  Gemini CLI  ·  GitHub Copilot</a:t>
            </a:r>
          </a:p>
        </p:txBody>
      </p:sp>
      <p:sp>
        <p:nvSpPr>
          <p:cNvPr id="3003" name="PBC"/>
          <p:cNvSpPr txBox="1"/>
          <p:nvPr/>
        </p:nvSpPr>
        <p:spPr>
          <a:xfrm>
            <a:off x="889000" y="5918200"/>
            <a:ext cx="10414000" cy="177800"/>
          </a:xfrm>
          <a:prstGeom prst="rect">
            <a:avLst/>
          </a:prstGeom>
          <a:noFill/>
        </p:spPr>
        <p:txBody>
          <a:bodyPr wrap="square" rtlCol="0" anchor="t"/>
          <a:lstStyle/>
          <a:p>
            <a:pPr algn="l"/>
            <a:endParaRPr lang="en-US" sz="1100" dirty="0">
              <a:solidFill>
                <a:srgbClr val="B9DCD2"/>
              </a:solidFill>
            </a:endParaRPr>
          </a:p>
        </p:txBody>
      </p:sp>
    </p:spTree>
    <p:extLst>
      <p:ext uri="{BB962C8B-B14F-4D97-AF65-F5344CB8AC3E}">
        <p14:creationId xmlns:p14="http://schemas.microsoft.com/office/powerpoint/2010/main" val="126292309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4EA01C6C-36EF-BCFE-F7CF-142639E29967}"/>
            </a:ext>
          </a:extLst>
        </p:cNvPr>
        <p:cNvGrpSpPr/>
        <p:nvPr/>
      </p:nvGrpSpPr>
      <p:grpSpPr>
        <a:xfrm>
          <a:off x="0" y="0"/>
          <a:ext cx="0" cy="0"/>
          <a:chOff x="0" y="0"/>
          <a:chExt cx="0" cy="0"/>
        </a:xfrm>
      </p:grpSpPr>
      <p:sp>
        <p:nvSpPr>
          <p:cNvPr id="1000" name="L1">
            <a:extLst>
              <a:ext uri="{FF2B5EF4-FFF2-40B4-BE49-F238E27FC236}">
                <a16:creationId xmlns:a16="http://schemas.microsoft.com/office/drawing/2014/main" id="{F90AAFDB-E663-830A-7F41-717630C6D564}"/>
              </a:ext>
            </a:extLst>
          </p:cNvPr>
          <p:cNvSpPr txBox="1"/>
          <p:nvPr/>
        </p:nvSpPr>
        <p:spPr>
          <a:xfrm>
            <a:off x="687387" y="1747443"/>
            <a:ext cx="10922000" cy="317499"/>
          </a:xfrm>
          <a:prstGeom prst="rect">
            <a:avLst/>
          </a:prstGeom>
          <a:noFill/>
        </p:spPr>
        <p:txBody>
          <a:bodyPr wrap="square" rtlCol="0" anchor="t"/>
          <a:lstStyle/>
          <a:p>
            <a:pPr algn="ctr"/>
            <a:r>
              <a:rPr lang="en-US" sz="2000" dirty="0" err="1">
                <a:hlinkClick r:id="rId2"/>
              </a:rPr>
              <a:t>microsoft</a:t>
            </a:r>
            <a:r>
              <a:rPr lang="en-US" sz="2000" dirty="0">
                <a:hlinkClick r:id="rId2"/>
              </a:rPr>
              <a:t>/</a:t>
            </a:r>
            <a:r>
              <a:rPr lang="en-US" sz="2000" dirty="0" err="1">
                <a:hlinkClick r:id="rId2"/>
              </a:rPr>
              <a:t>hve</a:t>
            </a:r>
            <a:r>
              <a:rPr lang="en-US" sz="2000" dirty="0">
                <a:hlinkClick r:id="rId2"/>
              </a:rPr>
              <a:t>-core: A refined collection of Hypervelocity Engineering components (instructions, prompts, agents, and skills)</a:t>
            </a:r>
            <a:endParaRPr lang="en-US" sz="2000" b="1" dirty="0">
              <a:solidFill>
                <a:srgbClr val="0078D3"/>
              </a:solidFill>
            </a:endParaRPr>
          </a:p>
        </p:txBody>
      </p:sp>
      <p:sp>
        <p:nvSpPr>
          <p:cNvPr id="4" name="Title 4">
            <a:extLst>
              <a:ext uri="{FF2B5EF4-FFF2-40B4-BE49-F238E27FC236}">
                <a16:creationId xmlns:a16="http://schemas.microsoft.com/office/drawing/2014/main" id="{D8F91ADF-91E0-DB50-326A-4C00DD2AC23F}"/>
              </a:ext>
            </a:extLst>
          </p:cNvPr>
          <p:cNvSpPr txBox="1">
            <a:spLocks/>
          </p:cNvSpPr>
          <p:nvPr/>
        </p:nvSpPr>
        <p:spPr>
          <a:xfrm>
            <a:off x="582613" y="408424"/>
            <a:ext cx="11026774" cy="553998"/>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dirty="0"/>
              <a:t>Other useful plugins, skills</a:t>
            </a:r>
          </a:p>
        </p:txBody>
      </p:sp>
      <p:sp>
        <p:nvSpPr>
          <p:cNvPr id="6" name="TextBox 5">
            <a:extLst>
              <a:ext uri="{FF2B5EF4-FFF2-40B4-BE49-F238E27FC236}">
                <a16:creationId xmlns:a16="http://schemas.microsoft.com/office/drawing/2014/main" id="{3B62D0C8-3C02-C9B3-D8FC-6EF33F83AFAF}"/>
              </a:ext>
            </a:extLst>
          </p:cNvPr>
          <p:cNvSpPr txBox="1"/>
          <p:nvPr/>
        </p:nvSpPr>
        <p:spPr>
          <a:xfrm>
            <a:off x="687387" y="2959351"/>
            <a:ext cx="8852418" cy="363946"/>
          </a:xfrm>
          <a:prstGeom prst="rect">
            <a:avLst/>
          </a:prstGeom>
          <a:noFill/>
        </p:spPr>
        <p:txBody>
          <a:bodyPr wrap="square">
            <a:spAutoFit/>
          </a:bodyPr>
          <a:lstStyle/>
          <a:p>
            <a:r>
              <a:rPr lang="en-US" dirty="0">
                <a:hlinkClick r:id="rId3"/>
              </a:rPr>
              <a:t>skills/skills/productivity/grill-me/SKILL.md at main · </a:t>
            </a:r>
            <a:r>
              <a:rPr lang="en-US" dirty="0" err="1">
                <a:hlinkClick r:id="rId3"/>
              </a:rPr>
              <a:t>mattpocock</a:t>
            </a:r>
            <a:r>
              <a:rPr lang="en-US" dirty="0">
                <a:hlinkClick r:id="rId3"/>
              </a:rPr>
              <a:t>/skills</a:t>
            </a:r>
            <a:endParaRPr lang="en-US" dirty="0"/>
          </a:p>
        </p:txBody>
      </p:sp>
      <p:sp>
        <p:nvSpPr>
          <p:cNvPr id="8" name="Title 4">
            <a:extLst>
              <a:ext uri="{FF2B5EF4-FFF2-40B4-BE49-F238E27FC236}">
                <a16:creationId xmlns:a16="http://schemas.microsoft.com/office/drawing/2014/main" id="{389A5904-02AA-D6D3-A1EB-5F84BED2A883}"/>
              </a:ext>
            </a:extLst>
          </p:cNvPr>
          <p:cNvSpPr txBox="1">
            <a:spLocks/>
          </p:cNvSpPr>
          <p:nvPr/>
        </p:nvSpPr>
        <p:spPr>
          <a:xfrm>
            <a:off x="687386" y="5585935"/>
            <a:ext cx="5946678" cy="430887"/>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pPr algn="ctr"/>
            <a:r>
              <a:rPr lang="en-US" sz="2800" dirty="0"/>
              <a:t>Always read skills before installing!</a:t>
            </a:r>
          </a:p>
        </p:txBody>
      </p:sp>
      <p:sp>
        <p:nvSpPr>
          <p:cNvPr id="10" name="TextBox 9">
            <a:extLst>
              <a:ext uri="{FF2B5EF4-FFF2-40B4-BE49-F238E27FC236}">
                <a16:creationId xmlns:a16="http://schemas.microsoft.com/office/drawing/2014/main" id="{BBA34AFA-9FA9-BD50-CE7F-872F55A2FF47}"/>
              </a:ext>
            </a:extLst>
          </p:cNvPr>
          <p:cNvSpPr txBox="1"/>
          <p:nvPr/>
        </p:nvSpPr>
        <p:spPr>
          <a:xfrm>
            <a:off x="687386" y="3974576"/>
            <a:ext cx="11026773" cy="635559"/>
          </a:xfrm>
          <a:prstGeom prst="rect">
            <a:avLst/>
          </a:prstGeom>
          <a:noFill/>
        </p:spPr>
        <p:txBody>
          <a:bodyPr wrap="square">
            <a:spAutoFit/>
          </a:bodyPr>
          <a:lstStyle/>
          <a:p>
            <a:r>
              <a:rPr lang="en-US" dirty="0" err="1">
                <a:hlinkClick r:id="rId4"/>
              </a:rPr>
              <a:t>microsoft</a:t>
            </a:r>
            <a:r>
              <a:rPr lang="en-US" dirty="0">
                <a:hlinkClick r:id="rId4"/>
              </a:rPr>
              <a:t>/skills-for-fabric: A collection of skills and MCP systems to enable users of CLI, </a:t>
            </a:r>
            <a:r>
              <a:rPr lang="en-US" dirty="0" err="1">
                <a:hlinkClick r:id="rId4"/>
              </a:rPr>
              <a:t>VSCode</a:t>
            </a:r>
            <a:r>
              <a:rPr lang="en-US" dirty="0">
                <a:hlinkClick r:id="rId4"/>
              </a:rPr>
              <a:t>, Claude to operate over Microsoft Fabric</a:t>
            </a:r>
            <a:endParaRPr lang="en-US" dirty="0"/>
          </a:p>
        </p:txBody>
      </p:sp>
    </p:spTree>
    <p:extLst>
      <p:ext uri="{BB962C8B-B14F-4D97-AF65-F5344CB8AC3E}">
        <p14:creationId xmlns:p14="http://schemas.microsoft.com/office/powerpoint/2010/main" val="10344185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91F2C"/>
        </a:solidFill>
        <a:effectLst/>
      </p:bgPr>
    </p:bg>
    <p:spTree>
      <p:nvGrpSpPr>
        <p:cNvPr id="1" name="">
          <a:extLst>
            <a:ext uri="{FF2B5EF4-FFF2-40B4-BE49-F238E27FC236}">
              <a16:creationId xmlns:a16="http://schemas.microsoft.com/office/drawing/2014/main" id="{947542C7-AA8D-AB0D-0EAD-932D00BB243D}"/>
            </a:ext>
          </a:extLst>
        </p:cNvPr>
        <p:cNvGrpSpPr/>
        <p:nvPr/>
      </p:nvGrpSpPr>
      <p:grpSpPr>
        <a:xfrm>
          <a:off x="0" y="0"/>
          <a:ext cx="0" cy="0"/>
          <a:chOff x="0" y="0"/>
          <a:chExt cx="0" cy="0"/>
        </a:xfrm>
      </p:grpSpPr>
      <p:sp>
        <p:nvSpPr>
          <p:cNvPr id="2" name="Title 4">
            <a:extLst>
              <a:ext uri="{FF2B5EF4-FFF2-40B4-BE49-F238E27FC236}">
                <a16:creationId xmlns:a16="http://schemas.microsoft.com/office/drawing/2014/main" id="{C95D5FF6-FAA3-8278-4328-ECC6FBBEB361}"/>
              </a:ext>
            </a:extLst>
          </p:cNvPr>
          <p:cNvSpPr txBox="1">
            <a:spLocks/>
          </p:cNvSpPr>
          <p:nvPr/>
        </p:nvSpPr>
        <p:spPr>
          <a:xfrm>
            <a:off x="582613" y="408424"/>
            <a:ext cx="11026774" cy="492443"/>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sz="3200" b="1" dirty="0" err="1"/>
              <a:t>PQL.Assert</a:t>
            </a:r>
            <a:r>
              <a:rPr lang="en-US" sz="3200" b="1" dirty="0"/>
              <a:t>: DAX unit testing for semantic models</a:t>
            </a:r>
          </a:p>
        </p:txBody>
      </p:sp>
      <p:sp>
        <p:nvSpPr>
          <p:cNvPr id="1000" name="Sub"/>
          <p:cNvSpPr txBox="1"/>
          <p:nvPr/>
        </p:nvSpPr>
        <p:spPr>
          <a:xfrm>
            <a:off x="635000" y="1333500"/>
            <a:ext cx="10922000" cy="228600"/>
          </a:xfrm>
          <a:prstGeom prst="rect">
            <a:avLst/>
          </a:prstGeom>
          <a:noFill/>
        </p:spPr>
        <p:txBody>
          <a:bodyPr wrap="square" rtlCol="0" anchor="t"/>
          <a:lstStyle/>
          <a:p>
            <a:pPr algn="ctr"/>
            <a:r>
              <a:rPr lang="en-US" sz="1000" b="1" dirty="0">
                <a:solidFill>
                  <a:srgbClr val="0078D3"/>
                </a:solidFill>
              </a:rPr>
              <a:t>github.com/clientfirsttech/</a:t>
            </a:r>
            <a:r>
              <a:rPr lang="en-US" sz="1000" b="1" dirty="0" err="1">
                <a:solidFill>
                  <a:srgbClr val="0078D3"/>
                </a:solidFill>
              </a:rPr>
              <a:t>PQL.Assert</a:t>
            </a:r>
            <a:endParaRPr lang="en-US" sz="1000" b="1" dirty="0">
              <a:solidFill>
                <a:srgbClr val="0078D3"/>
              </a:solidFill>
            </a:endParaRPr>
          </a:p>
        </p:txBody>
      </p:sp>
      <p:sp>
        <p:nvSpPr>
          <p:cNvPr id="1100" name="CodePanel"/>
          <p:cNvSpPr/>
          <p:nvPr/>
        </p:nvSpPr>
        <p:spPr>
          <a:xfrm>
            <a:off x="635000" y="1651000"/>
            <a:ext cx="6921500" cy="3746500"/>
          </a:xfrm>
          <a:prstGeom prst="roundRect">
            <a:avLst>
              <a:gd name="adj" fmla="val 8000"/>
            </a:avLst>
          </a:prstGeom>
          <a:solidFill>
            <a:srgbClr val="0F2543"/>
          </a:solidFill>
          <a:ln w="12700">
            <a:solidFill>
              <a:srgbClr val="0078D3"/>
            </a:solidFill>
          </a:ln>
        </p:spPr>
        <p:txBody>
          <a:bodyPr wrap="square" rtlCol="0" anchor="t"/>
          <a:lstStyle/>
          <a:p>
            <a:endParaRPr lang="en-US"/>
          </a:p>
        </p:txBody>
      </p:sp>
      <p:sp>
        <p:nvSpPr>
          <p:cNvPr id="1101" name="CL"/>
          <p:cNvSpPr txBox="1"/>
          <p:nvPr/>
        </p:nvSpPr>
        <p:spPr>
          <a:xfrm>
            <a:off x="863600" y="1828800"/>
            <a:ext cx="6477000" cy="203200"/>
          </a:xfrm>
          <a:prstGeom prst="rect">
            <a:avLst/>
          </a:prstGeom>
          <a:noFill/>
        </p:spPr>
        <p:txBody>
          <a:bodyPr wrap="square" rtlCol="0" anchor="t"/>
          <a:lstStyle/>
          <a:p>
            <a:pPr algn="l"/>
            <a:r>
              <a:rPr lang="en-US" sz="1000" b="1" dirty="0">
                <a:solidFill>
                  <a:srgbClr val="0078D3"/>
                </a:solidFill>
                <a:latin typeface="Consolas"/>
              </a:rPr>
              <a:t>EXAMPLE  ·  TotalSales.dev.test.dax</a:t>
            </a:r>
          </a:p>
        </p:txBody>
      </p:sp>
      <p:sp>
        <p:nvSpPr>
          <p:cNvPr id="1102" name="Code"/>
          <p:cNvSpPr txBox="1"/>
          <p:nvPr/>
        </p:nvSpPr>
        <p:spPr>
          <a:xfrm>
            <a:off x="863600" y="2184400"/>
            <a:ext cx="6477000" cy="3149600"/>
          </a:xfrm>
          <a:prstGeom prst="rect">
            <a:avLst/>
          </a:prstGeom>
          <a:noFill/>
        </p:spPr>
        <p:txBody>
          <a:bodyPr wrap="square" rtlCol="0" anchor="t"/>
          <a:lstStyle/>
          <a:p>
            <a:pPr algn="l">
              <a:lnSpc>
                <a:spcPct val="120000"/>
              </a:lnSpc>
            </a:pPr>
            <a:r>
              <a:rPr lang="en-US" sz="1200" dirty="0">
                <a:solidFill>
                  <a:srgbClr val="8DC8E8"/>
                </a:solidFill>
                <a:latin typeface="Consolas"/>
              </a:rPr>
              <a:t>// Test: TotalSales returns expected value for FY2024</a:t>
            </a:r>
          </a:p>
          <a:p>
            <a:pPr algn="l">
              <a:lnSpc>
                <a:spcPct val="120000"/>
              </a:lnSpc>
            </a:pPr>
            <a:r>
              <a:rPr lang="en-US" sz="1300" b="1" dirty="0">
                <a:solidFill>
                  <a:srgbClr val="F0B860"/>
                </a:solidFill>
                <a:latin typeface="Consolas"/>
              </a:rPr>
              <a:t>EVALUATE </a:t>
            </a:r>
            <a:r>
              <a:rPr lang="en-US" sz="1300" dirty="0">
                <a:solidFill>
                  <a:srgbClr val="FFFFFF"/>
                </a:solidFill>
                <a:latin typeface="Consolas"/>
              </a:rPr>
              <a:t>PQL_Assert.Equals(</a:t>
            </a:r>
          </a:p>
          <a:p>
            <a:pPr algn="l">
              <a:lnSpc>
                <a:spcPct val="120000"/>
              </a:lnSpc>
            </a:pPr>
            <a:r>
              <a:rPr lang="en-US" sz="1300" dirty="0">
                <a:solidFill>
                  <a:srgbClr val="B9DCD2"/>
                </a:solidFill>
                <a:latin typeface="Consolas"/>
              </a:rPr>
              <a:t>    [Total Sales (FY24)],  </a:t>
            </a:r>
            <a:r>
              <a:rPr lang="en-US" sz="1100" dirty="0">
                <a:solidFill>
                  <a:srgbClr val="8DC8E8"/>
                </a:solidFill>
                <a:latin typeface="Consolas"/>
              </a:rPr>
              <a:t>// actual</a:t>
            </a:r>
          </a:p>
          <a:p>
            <a:pPr algn="l">
              <a:lnSpc>
                <a:spcPct val="120000"/>
              </a:lnSpc>
            </a:pPr>
            <a:r>
              <a:rPr lang="en-US" sz="1300" dirty="0">
                <a:solidFill>
                  <a:srgbClr val="B9DCD2"/>
                </a:solidFill>
                <a:latin typeface="Consolas"/>
              </a:rPr>
              <a:t>    12500000,             </a:t>
            </a:r>
            <a:r>
              <a:rPr lang="en-US" sz="1100" dirty="0">
                <a:solidFill>
                  <a:srgbClr val="8DC8E8"/>
                </a:solidFill>
                <a:latin typeface="Consolas"/>
              </a:rPr>
              <a:t>// expected</a:t>
            </a:r>
          </a:p>
          <a:p>
            <a:pPr algn="l">
              <a:lnSpc>
                <a:spcPct val="120000"/>
              </a:lnSpc>
            </a:pPr>
            <a:r>
              <a:rPr lang="en-US" sz="1300" dirty="0">
                <a:solidFill>
                  <a:srgbClr val="B9DCD2"/>
                </a:solidFill>
                <a:latin typeface="Consolas"/>
              </a:rPr>
              <a:t>    "TotalSales.FY24"     </a:t>
            </a:r>
            <a:r>
              <a:rPr lang="en-US" sz="1100" dirty="0">
                <a:solidFill>
                  <a:srgbClr val="8DC8E8"/>
                </a:solidFill>
                <a:latin typeface="Consolas"/>
              </a:rPr>
              <a:t>// test name</a:t>
            </a:r>
          </a:p>
          <a:p>
            <a:pPr algn="l">
              <a:lnSpc>
                <a:spcPct val="120000"/>
              </a:lnSpc>
            </a:pPr>
            <a:r>
              <a:rPr lang="en-US" sz="1300" dirty="0">
                <a:solidFill>
                  <a:srgbClr val="FFFFFF"/>
                </a:solidFill>
                <a:latin typeface="Consolas"/>
              </a:rPr>
              <a:t>)</a:t>
            </a:r>
          </a:p>
          <a:p>
            <a:pPr algn="l">
              <a:lnSpc>
                <a:spcPct val="120000"/>
              </a:lnSpc>
            </a:pPr>
            <a:endParaRPr lang="en-US"/>
          </a:p>
          <a:p>
            <a:pPr algn="l">
              <a:lnSpc>
                <a:spcPct val="120000"/>
              </a:lnSpc>
            </a:pPr>
            <a:r>
              <a:rPr lang="en-US" sz="1200" dirty="0">
                <a:solidFill>
                  <a:srgbClr val="49C5B1"/>
                </a:solidFill>
                <a:latin typeface="Consolas"/>
              </a:rPr>
              <a:t>// → returns Pass / Fail row</a:t>
            </a:r>
          </a:p>
          <a:p>
            <a:pPr algn="l">
              <a:lnSpc>
                <a:spcPct val="120000"/>
              </a:lnSpc>
            </a:pPr>
            <a:r>
              <a:rPr lang="en-US" sz="1200" dirty="0">
                <a:solidFill>
                  <a:srgbClr val="49C5B1"/>
                </a:solidFill>
                <a:latin typeface="Consolas"/>
              </a:rPr>
              <a:t>// → CI pipeline fails on any test failure</a:t>
            </a:r>
          </a:p>
        </p:txBody>
      </p:sp>
      <p:sp>
        <p:nvSpPr>
          <p:cNvPr id="2000" name="Card"/>
          <p:cNvSpPr/>
          <p:nvPr/>
        </p:nvSpPr>
        <p:spPr>
          <a:xfrm>
            <a:off x="7747000" y="1651000"/>
            <a:ext cx="3810000" cy="1168400"/>
          </a:xfrm>
          <a:prstGeom prst="roundRect">
            <a:avLst>
              <a:gd name="adj" fmla="val 8000"/>
            </a:avLst>
          </a:prstGeom>
          <a:solidFill>
            <a:srgbClr val="1A3052"/>
          </a:solidFill>
          <a:ln w="12700">
            <a:solidFill>
              <a:srgbClr val="0078D3"/>
            </a:solidFill>
          </a:ln>
        </p:spPr>
        <p:txBody>
          <a:bodyPr wrap="square" rtlCol="0" anchor="t"/>
          <a:lstStyle/>
          <a:p>
            <a:endParaRPr lang="en-US"/>
          </a:p>
        </p:txBody>
      </p:sp>
      <p:sp>
        <p:nvSpPr>
          <p:cNvPr id="2001" name="CL"/>
          <p:cNvSpPr txBox="1"/>
          <p:nvPr/>
        </p:nvSpPr>
        <p:spPr>
          <a:xfrm>
            <a:off x="7950200" y="1778000"/>
            <a:ext cx="3403600" cy="177800"/>
          </a:xfrm>
          <a:prstGeom prst="rect">
            <a:avLst/>
          </a:prstGeom>
          <a:noFill/>
        </p:spPr>
        <p:txBody>
          <a:bodyPr wrap="square" rtlCol="0" anchor="t"/>
          <a:lstStyle/>
          <a:p>
            <a:pPr algn="l"/>
            <a:r>
              <a:rPr lang="en-US" sz="900" b="1" dirty="0">
                <a:solidFill>
                  <a:srgbClr val="0078D3"/>
                </a:solidFill>
              </a:rPr>
              <a:t>NAMING CONVENTION</a:t>
            </a:r>
          </a:p>
        </p:txBody>
      </p:sp>
      <p:sp>
        <p:nvSpPr>
          <p:cNvPr id="2002" name="CT"/>
          <p:cNvSpPr txBox="1"/>
          <p:nvPr/>
        </p:nvSpPr>
        <p:spPr>
          <a:xfrm>
            <a:off x="7950200" y="1981200"/>
            <a:ext cx="3403600" cy="279400"/>
          </a:xfrm>
          <a:prstGeom prst="rect">
            <a:avLst/>
          </a:prstGeom>
          <a:noFill/>
        </p:spPr>
        <p:txBody>
          <a:bodyPr wrap="square" rtlCol="0" anchor="t"/>
          <a:lstStyle/>
          <a:p>
            <a:pPr algn="l"/>
            <a:r>
              <a:rPr lang="en-US" sz="1400" b="1" dirty="0">
                <a:solidFill>
                  <a:srgbClr val="FFFFFF"/>
                </a:solidFill>
                <a:latin typeface="Consolas"/>
              </a:rPr>
              <a:t>[name].[env].test(s)</a:t>
            </a:r>
          </a:p>
        </p:txBody>
      </p:sp>
      <p:sp>
        <p:nvSpPr>
          <p:cNvPr id="2003" name="CB"/>
          <p:cNvSpPr txBox="1"/>
          <p:nvPr/>
        </p:nvSpPr>
        <p:spPr>
          <a:xfrm>
            <a:off x="7950200" y="2286000"/>
            <a:ext cx="3403600" cy="482600"/>
          </a:xfrm>
          <a:prstGeom prst="rect">
            <a:avLst/>
          </a:prstGeom>
          <a:noFill/>
        </p:spPr>
        <p:txBody>
          <a:bodyPr wrap="square" rtlCol="0" anchor="t"/>
          <a:lstStyle/>
          <a:p>
            <a:pPr algn="l"/>
            <a:r>
              <a:rPr lang="en-US" sz="1200" dirty="0">
                <a:solidFill>
                  <a:srgbClr val="FFFFFF"/>
                </a:solidFill>
              </a:rPr>
              <a:t>DEV, TEST, PROD, or ANY. Pipeline picks tests by environment automatically.</a:t>
            </a:r>
          </a:p>
        </p:txBody>
      </p:sp>
      <p:sp>
        <p:nvSpPr>
          <p:cNvPr id="2010" name="Card"/>
          <p:cNvSpPr/>
          <p:nvPr/>
        </p:nvSpPr>
        <p:spPr>
          <a:xfrm>
            <a:off x="7747000" y="2921000"/>
            <a:ext cx="3810000" cy="1168400"/>
          </a:xfrm>
          <a:prstGeom prst="roundRect">
            <a:avLst>
              <a:gd name="adj" fmla="val 8000"/>
            </a:avLst>
          </a:prstGeom>
          <a:solidFill>
            <a:srgbClr val="1A3052"/>
          </a:solidFill>
          <a:ln w="12700">
            <a:solidFill>
              <a:srgbClr val="49C5B1"/>
            </a:solidFill>
          </a:ln>
        </p:spPr>
        <p:txBody>
          <a:bodyPr wrap="square" rtlCol="0" anchor="t"/>
          <a:lstStyle/>
          <a:p>
            <a:endParaRPr lang="en-US"/>
          </a:p>
        </p:txBody>
      </p:sp>
      <p:sp>
        <p:nvSpPr>
          <p:cNvPr id="2011" name="CL"/>
          <p:cNvSpPr txBox="1"/>
          <p:nvPr/>
        </p:nvSpPr>
        <p:spPr>
          <a:xfrm>
            <a:off x="7950200" y="3048000"/>
            <a:ext cx="3403600" cy="177800"/>
          </a:xfrm>
          <a:prstGeom prst="rect">
            <a:avLst/>
          </a:prstGeom>
          <a:noFill/>
        </p:spPr>
        <p:txBody>
          <a:bodyPr wrap="square" rtlCol="0" anchor="t"/>
          <a:lstStyle/>
          <a:p>
            <a:pPr algn="l"/>
            <a:r>
              <a:rPr lang="en-US" sz="900" b="1" dirty="0">
                <a:solidFill>
                  <a:srgbClr val="49C5B1"/>
                </a:solidFill>
              </a:rPr>
              <a:t>DELIVERY</a:t>
            </a:r>
          </a:p>
        </p:txBody>
      </p:sp>
      <p:sp>
        <p:nvSpPr>
          <p:cNvPr id="2012" name="CT"/>
          <p:cNvSpPr txBox="1"/>
          <p:nvPr/>
        </p:nvSpPr>
        <p:spPr>
          <a:xfrm>
            <a:off x="7950200" y="3251200"/>
            <a:ext cx="3403600" cy="279400"/>
          </a:xfrm>
          <a:prstGeom prst="rect">
            <a:avLst/>
          </a:prstGeom>
          <a:noFill/>
        </p:spPr>
        <p:txBody>
          <a:bodyPr wrap="square" rtlCol="0" anchor="t"/>
          <a:lstStyle/>
          <a:p>
            <a:pPr algn="l"/>
            <a:r>
              <a:rPr lang="en-US" sz="1400" b="1" dirty="0">
                <a:solidFill>
                  <a:srgbClr val="FFFFFF"/>
                </a:solidFill>
              </a:rPr>
              <a:t>Native DAX, MIT licensed</a:t>
            </a:r>
          </a:p>
        </p:txBody>
      </p:sp>
      <p:sp>
        <p:nvSpPr>
          <p:cNvPr id="2013" name="CB"/>
          <p:cNvSpPr txBox="1"/>
          <p:nvPr/>
        </p:nvSpPr>
        <p:spPr>
          <a:xfrm>
            <a:off x="7950200" y="3556000"/>
            <a:ext cx="3403600" cy="482600"/>
          </a:xfrm>
          <a:prstGeom prst="rect">
            <a:avLst/>
          </a:prstGeom>
          <a:noFill/>
        </p:spPr>
        <p:txBody>
          <a:bodyPr wrap="square" rtlCol="0" anchor="t"/>
          <a:lstStyle/>
          <a:p>
            <a:pPr algn="l"/>
            <a:r>
              <a:rPr lang="en-US" sz="1200" dirty="0">
                <a:solidFill>
                  <a:srgbClr val="FFFFFF"/>
                </a:solidFill>
              </a:rPr>
              <a:t>Drops into any semantic model. Tests live alongside measures in TMDL.</a:t>
            </a:r>
          </a:p>
        </p:txBody>
      </p:sp>
      <p:sp>
        <p:nvSpPr>
          <p:cNvPr id="2020" name="Card"/>
          <p:cNvSpPr/>
          <p:nvPr/>
        </p:nvSpPr>
        <p:spPr>
          <a:xfrm>
            <a:off x="7747000" y="4191000"/>
            <a:ext cx="3810000" cy="1168400"/>
          </a:xfrm>
          <a:prstGeom prst="roundRect">
            <a:avLst>
              <a:gd name="adj" fmla="val 8000"/>
            </a:avLst>
          </a:prstGeom>
          <a:solidFill>
            <a:srgbClr val="1A3052"/>
          </a:solidFill>
          <a:ln w="12700">
            <a:solidFill>
              <a:srgbClr val="F0B860"/>
            </a:solidFill>
          </a:ln>
        </p:spPr>
        <p:txBody>
          <a:bodyPr wrap="square" rtlCol="0" anchor="t"/>
          <a:lstStyle/>
          <a:p>
            <a:endParaRPr lang="en-US"/>
          </a:p>
        </p:txBody>
      </p:sp>
      <p:sp>
        <p:nvSpPr>
          <p:cNvPr id="2021" name="CL"/>
          <p:cNvSpPr txBox="1"/>
          <p:nvPr/>
        </p:nvSpPr>
        <p:spPr>
          <a:xfrm>
            <a:off x="7950200" y="4318000"/>
            <a:ext cx="3403600" cy="177800"/>
          </a:xfrm>
          <a:prstGeom prst="rect">
            <a:avLst/>
          </a:prstGeom>
          <a:noFill/>
        </p:spPr>
        <p:txBody>
          <a:bodyPr wrap="square" rtlCol="0" anchor="t"/>
          <a:lstStyle/>
          <a:p>
            <a:pPr algn="l"/>
            <a:r>
              <a:rPr lang="en-US" sz="900" b="1" dirty="0">
                <a:solidFill>
                  <a:srgbClr val="F0B860"/>
                </a:solidFill>
              </a:rPr>
              <a:t>AUTHORING</a:t>
            </a:r>
          </a:p>
        </p:txBody>
      </p:sp>
      <p:sp>
        <p:nvSpPr>
          <p:cNvPr id="2022" name="CT"/>
          <p:cNvSpPr txBox="1"/>
          <p:nvPr/>
        </p:nvSpPr>
        <p:spPr>
          <a:xfrm>
            <a:off x="7950200" y="4521200"/>
            <a:ext cx="3403600" cy="279400"/>
          </a:xfrm>
          <a:prstGeom prst="rect">
            <a:avLst/>
          </a:prstGeom>
          <a:noFill/>
        </p:spPr>
        <p:txBody>
          <a:bodyPr wrap="square" rtlCol="0" anchor="t"/>
          <a:lstStyle/>
          <a:p>
            <a:pPr algn="l"/>
            <a:r>
              <a:rPr lang="en-US" sz="1400" b="1" dirty="0">
                <a:solidFill>
                  <a:srgbClr val="FFFFFF"/>
                </a:solidFill>
              </a:rPr>
              <a:t>Custom Copilot agent</a:t>
            </a:r>
          </a:p>
        </p:txBody>
      </p:sp>
      <p:sp>
        <p:nvSpPr>
          <p:cNvPr id="2023" name="CB"/>
          <p:cNvSpPr txBox="1"/>
          <p:nvPr/>
        </p:nvSpPr>
        <p:spPr>
          <a:xfrm>
            <a:off x="7950200" y="4826000"/>
            <a:ext cx="3403600" cy="482600"/>
          </a:xfrm>
          <a:prstGeom prst="rect">
            <a:avLst/>
          </a:prstGeom>
          <a:noFill/>
        </p:spPr>
        <p:txBody>
          <a:bodyPr wrap="square" rtlCol="0" anchor="t"/>
          <a:lstStyle/>
          <a:p>
            <a:pPr algn="l"/>
            <a:r>
              <a:rPr lang="en-US" sz="1200" dirty="0">
                <a:solidFill>
                  <a:srgbClr val="FFFFFF"/>
                </a:solidFill>
              </a:rPr>
              <a:t>"Power BI Semantic Model Test Specialist" generates tests from plain English.</a:t>
            </a:r>
          </a:p>
        </p:txBody>
      </p:sp>
      <p:sp>
        <p:nvSpPr>
          <p:cNvPr id="3000" name="PB"/>
          <p:cNvSpPr/>
          <p:nvPr/>
        </p:nvSpPr>
        <p:spPr>
          <a:xfrm>
            <a:off x="635000" y="5524500"/>
            <a:ext cx="10922000" cy="762000"/>
          </a:xfrm>
          <a:prstGeom prst="roundRect">
            <a:avLst>
              <a:gd name="adj" fmla="val 8000"/>
            </a:avLst>
          </a:prstGeom>
          <a:solidFill>
            <a:srgbClr val="0F2543"/>
          </a:solidFill>
          <a:ln w="12700">
            <a:solidFill>
              <a:srgbClr val="F0B860"/>
            </a:solidFill>
          </a:ln>
        </p:spPr>
        <p:txBody>
          <a:bodyPr wrap="square" rtlCol="0" anchor="t"/>
          <a:lstStyle/>
          <a:p>
            <a:endParaRPr lang="en-US"/>
          </a:p>
        </p:txBody>
      </p:sp>
      <p:sp>
        <p:nvSpPr>
          <p:cNvPr id="3001" name="PBL"/>
          <p:cNvSpPr txBox="1"/>
          <p:nvPr/>
        </p:nvSpPr>
        <p:spPr>
          <a:xfrm>
            <a:off x="889000" y="5651500"/>
            <a:ext cx="10414000" cy="177800"/>
          </a:xfrm>
          <a:prstGeom prst="rect">
            <a:avLst/>
          </a:prstGeom>
          <a:noFill/>
        </p:spPr>
        <p:txBody>
          <a:bodyPr wrap="square" rtlCol="0" anchor="t"/>
          <a:lstStyle/>
          <a:p>
            <a:pPr algn="l"/>
            <a:r>
              <a:rPr lang="en-US" sz="1000" b="1" dirty="0">
                <a:solidFill>
                  <a:srgbClr val="F0B860"/>
                </a:solidFill>
              </a:rPr>
              <a:t>TAKEAWAY</a:t>
            </a:r>
          </a:p>
        </p:txBody>
      </p:sp>
      <p:sp>
        <p:nvSpPr>
          <p:cNvPr id="3002" name="PBT"/>
          <p:cNvSpPr txBox="1"/>
          <p:nvPr/>
        </p:nvSpPr>
        <p:spPr>
          <a:xfrm>
            <a:off x="889000" y="5880100"/>
            <a:ext cx="10414000" cy="304800"/>
          </a:xfrm>
          <a:prstGeom prst="rect">
            <a:avLst/>
          </a:prstGeom>
          <a:noFill/>
        </p:spPr>
        <p:txBody>
          <a:bodyPr wrap="square" rtlCol="0" anchor="t"/>
          <a:lstStyle/>
          <a:p>
            <a:pPr algn="l"/>
            <a:r>
              <a:rPr lang="en-US" sz="1600" b="1" dirty="0">
                <a:solidFill>
                  <a:srgbClr val="FFFFFF"/>
                </a:solidFill>
              </a:rPr>
              <a:t>Create unit tests in your semantic models. Run them locally, or remotely with a simple EVALUATE call.</a:t>
            </a:r>
          </a:p>
        </p:txBody>
      </p:sp>
    </p:spTree>
    <p:extLst>
      <p:ext uri="{BB962C8B-B14F-4D97-AF65-F5344CB8AC3E}">
        <p14:creationId xmlns:p14="http://schemas.microsoft.com/office/powerpoint/2010/main" val="357850352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47C314E0-A34A-BB63-2921-EDBF9EE296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A29C3A-633A-9679-4558-0940669A33BB}"/>
              </a:ext>
            </a:extLst>
          </p:cNvPr>
          <p:cNvSpPr txBox="1"/>
          <p:nvPr/>
        </p:nvSpPr>
        <p:spPr>
          <a:xfrm>
            <a:off x="661196" y="1874728"/>
            <a:ext cx="7755215" cy="181588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4000" b="1" kern="0" dirty="0">
                <a:latin typeface="Segoe UI" panose="020B0502040204020203" pitchFamily="34" charset="0"/>
                <a:cs typeface="Segoe UI" panose="020B0502040204020203" pitchFamily="34" charset="0"/>
              </a:rPr>
              <a:t>Part 3: </a:t>
            </a:r>
          </a:p>
          <a:p>
            <a:pPr marL="0" marR="0" lvl="0" indent="0" defTabSz="914400" eaLnBrk="1" fontAlgn="auto" latinLnBrk="0" hangingPunct="1">
              <a:lnSpc>
                <a:spcPct val="100000"/>
              </a:lnSpc>
              <a:spcBef>
                <a:spcPts val="0"/>
              </a:spcBef>
              <a:spcAft>
                <a:spcPts val="0"/>
              </a:spcAft>
              <a:buClrTx/>
              <a:buSzTx/>
              <a:buFontTx/>
              <a:buNone/>
              <a:tabLst/>
              <a:defRPr/>
            </a:pPr>
            <a:endParaRPr lang="en-US" sz="3600" b="1" kern="0" dirty="0">
              <a:latin typeface="Segoe UI" panose="020B0502040204020203" pitchFamily="34" charset="0"/>
              <a:cs typeface="Segoe UI" panose="020B050204020402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sz="3600" kern="0" dirty="0">
                <a:latin typeface="Segoe UI" panose="020B0502040204020203" pitchFamily="34" charset="0"/>
                <a:cs typeface="Segoe UI" panose="020B0502040204020203" pitchFamily="34" charset="0"/>
              </a:rPr>
              <a:t>Demos!</a:t>
            </a:r>
          </a:p>
        </p:txBody>
      </p:sp>
      <p:pic>
        <p:nvPicPr>
          <p:cNvPr id="4" name="Picture 3" descr="GitHub Copilot for VSCode Might Make Coding Easier - Podfeet ...">
            <a:extLst>
              <a:ext uri="{FF2B5EF4-FFF2-40B4-BE49-F238E27FC236}">
                <a16:creationId xmlns:a16="http://schemas.microsoft.com/office/drawing/2014/main" id="{163C6FE1-2667-8B39-6864-3239B7F9476F}"/>
              </a:ext>
            </a:extLst>
          </p:cNvPr>
          <p:cNvPicPr>
            <a:picLocks noChangeAspect="1"/>
          </p:cNvPicPr>
          <p:nvPr/>
        </p:nvPicPr>
        <p:blipFill>
          <a:blip r:embed="rId2"/>
          <a:stretch>
            <a:fillRect/>
          </a:stretch>
        </p:blipFill>
        <p:spPr>
          <a:xfrm>
            <a:off x="7263516" y="2142379"/>
            <a:ext cx="4117186" cy="2573241"/>
          </a:xfrm>
          <a:prstGeom prst="rect">
            <a:avLst/>
          </a:prstGeom>
        </p:spPr>
      </p:pic>
    </p:spTree>
    <p:extLst>
      <p:ext uri="{BB962C8B-B14F-4D97-AF65-F5344CB8AC3E}">
        <p14:creationId xmlns:p14="http://schemas.microsoft.com/office/powerpoint/2010/main" val="25012825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640A52EE-2CC7-BB16-42D4-B17253D2FABB}"/>
            </a:ext>
          </a:extLst>
        </p:cNvPr>
        <p:cNvGrpSpPr/>
        <p:nvPr/>
      </p:nvGrpSpPr>
      <p:grpSpPr>
        <a:xfrm>
          <a:off x="0" y="0"/>
          <a:ext cx="0" cy="0"/>
          <a:chOff x="0" y="0"/>
          <a:chExt cx="0" cy="0"/>
        </a:xfrm>
      </p:grpSpPr>
      <p:pic>
        <p:nvPicPr>
          <p:cNvPr id="2" name="Picture 1" descr="Microsoft 365 Copilot | AI Productivity Tools for Work">
            <a:extLst>
              <a:ext uri="{FF2B5EF4-FFF2-40B4-BE49-F238E27FC236}">
                <a16:creationId xmlns:a16="http://schemas.microsoft.com/office/drawing/2014/main" id="{11CC2C88-518D-DA30-1363-F616951E0CD2}"/>
              </a:ext>
            </a:extLst>
          </p:cNvPr>
          <p:cNvPicPr>
            <a:picLocks noChangeAspect="1"/>
          </p:cNvPicPr>
          <p:nvPr/>
        </p:nvPicPr>
        <p:blipFill>
          <a:blip r:embed="rId2"/>
          <a:stretch>
            <a:fillRect/>
          </a:stretch>
        </p:blipFill>
        <p:spPr>
          <a:xfrm>
            <a:off x="1524000" y="1323780"/>
            <a:ext cx="9144000" cy="5143500"/>
          </a:xfrm>
          <a:prstGeom prst="rect">
            <a:avLst/>
          </a:prstGeom>
          <a:ln>
            <a:solidFill>
              <a:schemeClr val="tx2"/>
            </a:solidFill>
          </a:ln>
        </p:spPr>
      </p:pic>
      <p:sp>
        <p:nvSpPr>
          <p:cNvPr id="6" name="Title 4">
            <a:extLst>
              <a:ext uri="{FF2B5EF4-FFF2-40B4-BE49-F238E27FC236}">
                <a16:creationId xmlns:a16="http://schemas.microsoft.com/office/drawing/2014/main" id="{B466E4F8-354F-3E14-6A32-7C344CF2D106}"/>
              </a:ext>
            </a:extLst>
          </p:cNvPr>
          <p:cNvSpPr txBox="1">
            <a:spLocks/>
          </p:cNvSpPr>
          <p:nvPr/>
        </p:nvSpPr>
        <p:spPr>
          <a:xfrm>
            <a:off x="582613" y="408424"/>
            <a:ext cx="11026774" cy="492443"/>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sz="3200" b="1" dirty="0">
                <a:solidFill>
                  <a:schemeClr val="tx1"/>
                </a:solidFill>
              </a:rPr>
              <a:t>Work IQ &amp; Wiki as Code</a:t>
            </a:r>
          </a:p>
        </p:txBody>
      </p:sp>
    </p:spTree>
    <p:extLst>
      <p:ext uri="{BB962C8B-B14F-4D97-AF65-F5344CB8AC3E}">
        <p14:creationId xmlns:p14="http://schemas.microsoft.com/office/powerpoint/2010/main" val="354622512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FCD0A160-B716-96BF-DCC8-6C41BC9E6CE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BC478C-C224-0B62-DD30-154F5ED43129}"/>
              </a:ext>
            </a:extLst>
          </p:cNvPr>
          <p:cNvPicPr>
            <a:picLocks noChangeAspect="1"/>
          </p:cNvPicPr>
          <p:nvPr/>
        </p:nvPicPr>
        <p:blipFill>
          <a:blip r:embed="rId2"/>
          <a:stretch>
            <a:fillRect/>
          </a:stretch>
        </p:blipFill>
        <p:spPr>
          <a:xfrm>
            <a:off x="1375704" y="275785"/>
            <a:ext cx="9440592" cy="6306430"/>
          </a:xfrm>
          <a:prstGeom prst="rect">
            <a:avLst/>
          </a:prstGeom>
          <a:ln>
            <a:solidFill>
              <a:schemeClr val="tx1"/>
            </a:solidFill>
          </a:ln>
        </p:spPr>
      </p:pic>
      <p:pic>
        <p:nvPicPr>
          <p:cNvPr id="5" name="Picture 4">
            <a:extLst>
              <a:ext uri="{FF2B5EF4-FFF2-40B4-BE49-F238E27FC236}">
                <a16:creationId xmlns:a16="http://schemas.microsoft.com/office/drawing/2014/main" id="{7CE4E481-4725-62C2-20DB-30CD4F97D96D}"/>
              </a:ext>
            </a:extLst>
          </p:cNvPr>
          <p:cNvPicPr>
            <a:picLocks noChangeAspect="1"/>
          </p:cNvPicPr>
          <p:nvPr/>
        </p:nvPicPr>
        <p:blipFill>
          <a:blip r:embed="rId2"/>
          <a:stretch>
            <a:fillRect/>
          </a:stretch>
        </p:blipFill>
        <p:spPr>
          <a:xfrm>
            <a:off x="1375704" y="275785"/>
            <a:ext cx="9440592" cy="6306430"/>
          </a:xfrm>
          <a:prstGeom prst="rect">
            <a:avLst/>
          </a:prstGeom>
          <a:ln>
            <a:solidFill>
              <a:schemeClr val="tx2"/>
            </a:solidFill>
          </a:ln>
        </p:spPr>
      </p:pic>
    </p:spTree>
    <p:extLst>
      <p:ext uri="{BB962C8B-B14F-4D97-AF65-F5344CB8AC3E}">
        <p14:creationId xmlns:p14="http://schemas.microsoft.com/office/powerpoint/2010/main" val="74222338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72026E50-0B60-FE7C-BB6D-2880D08B96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1BD2F12-2ECC-6B33-549A-4F0E4FA8B528}"/>
              </a:ext>
            </a:extLst>
          </p:cNvPr>
          <p:cNvPicPr>
            <a:picLocks noChangeAspect="1"/>
          </p:cNvPicPr>
          <p:nvPr/>
        </p:nvPicPr>
        <p:blipFill>
          <a:blip r:embed="rId2"/>
          <a:stretch>
            <a:fillRect/>
          </a:stretch>
        </p:blipFill>
        <p:spPr>
          <a:xfrm>
            <a:off x="858162" y="275063"/>
            <a:ext cx="10678423" cy="6307873"/>
          </a:xfrm>
          <a:prstGeom prst="rect">
            <a:avLst/>
          </a:prstGeom>
          <a:ln>
            <a:solidFill>
              <a:schemeClr val="tx2"/>
            </a:solidFill>
          </a:ln>
        </p:spPr>
      </p:pic>
    </p:spTree>
    <p:extLst>
      <p:ext uri="{BB962C8B-B14F-4D97-AF65-F5344CB8AC3E}">
        <p14:creationId xmlns:p14="http://schemas.microsoft.com/office/powerpoint/2010/main" val="316223856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11573F25-E9AE-7F80-BA4B-A8A15F04022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8F5789-5DBD-8C3B-3CA7-F61C5F0BEEFC}"/>
              </a:ext>
            </a:extLst>
          </p:cNvPr>
          <p:cNvPicPr>
            <a:picLocks noChangeAspect="1"/>
          </p:cNvPicPr>
          <p:nvPr/>
        </p:nvPicPr>
        <p:blipFill>
          <a:blip r:embed="rId2"/>
          <a:stretch>
            <a:fillRect/>
          </a:stretch>
        </p:blipFill>
        <p:spPr>
          <a:xfrm>
            <a:off x="1618625" y="790206"/>
            <a:ext cx="8954750" cy="5277587"/>
          </a:xfrm>
          <a:prstGeom prst="rect">
            <a:avLst/>
          </a:prstGeom>
          <a:ln>
            <a:solidFill>
              <a:schemeClr val="tx2"/>
            </a:solidFill>
          </a:ln>
        </p:spPr>
      </p:pic>
    </p:spTree>
    <p:extLst>
      <p:ext uri="{BB962C8B-B14F-4D97-AF65-F5344CB8AC3E}">
        <p14:creationId xmlns:p14="http://schemas.microsoft.com/office/powerpoint/2010/main" val="206105179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3481F0A9-9242-405B-E33C-4D166C50025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4581BF0-A515-9AA4-F5C6-624B6CB49D12}"/>
              </a:ext>
            </a:extLst>
          </p:cNvPr>
          <p:cNvPicPr>
            <a:picLocks noChangeAspect="1"/>
          </p:cNvPicPr>
          <p:nvPr/>
        </p:nvPicPr>
        <p:blipFill>
          <a:blip r:embed="rId2"/>
          <a:stretch>
            <a:fillRect/>
          </a:stretch>
        </p:blipFill>
        <p:spPr>
          <a:xfrm>
            <a:off x="476957" y="1278293"/>
            <a:ext cx="7376446" cy="4823363"/>
          </a:xfrm>
          <a:prstGeom prst="rect">
            <a:avLst/>
          </a:prstGeom>
          <a:ln>
            <a:solidFill>
              <a:schemeClr val="tx2"/>
            </a:solidFill>
          </a:ln>
        </p:spPr>
      </p:pic>
      <p:pic>
        <p:nvPicPr>
          <p:cNvPr id="6" name="Picture 5">
            <a:extLst>
              <a:ext uri="{FF2B5EF4-FFF2-40B4-BE49-F238E27FC236}">
                <a16:creationId xmlns:a16="http://schemas.microsoft.com/office/drawing/2014/main" id="{C9F55193-AA07-7AE5-962A-4E9E346838BD}"/>
              </a:ext>
            </a:extLst>
          </p:cNvPr>
          <p:cNvPicPr>
            <a:picLocks noChangeAspect="1"/>
          </p:cNvPicPr>
          <p:nvPr/>
        </p:nvPicPr>
        <p:blipFill>
          <a:blip r:embed="rId3"/>
          <a:stretch>
            <a:fillRect/>
          </a:stretch>
        </p:blipFill>
        <p:spPr>
          <a:xfrm>
            <a:off x="8236762" y="1278293"/>
            <a:ext cx="3238952" cy="1600423"/>
          </a:xfrm>
          <a:prstGeom prst="rect">
            <a:avLst/>
          </a:prstGeom>
          <a:ln>
            <a:solidFill>
              <a:schemeClr val="tx2"/>
            </a:solidFill>
          </a:ln>
        </p:spPr>
      </p:pic>
      <p:sp>
        <p:nvSpPr>
          <p:cNvPr id="8" name="Title 4">
            <a:extLst>
              <a:ext uri="{FF2B5EF4-FFF2-40B4-BE49-F238E27FC236}">
                <a16:creationId xmlns:a16="http://schemas.microsoft.com/office/drawing/2014/main" id="{0D1B200A-F06C-2BE7-D3C3-F05AFEE00102}"/>
              </a:ext>
            </a:extLst>
          </p:cNvPr>
          <p:cNvSpPr txBox="1">
            <a:spLocks/>
          </p:cNvSpPr>
          <p:nvPr/>
        </p:nvSpPr>
        <p:spPr>
          <a:xfrm>
            <a:off x="582613" y="408424"/>
            <a:ext cx="11026774" cy="492443"/>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sz="3200" b="1" dirty="0">
                <a:solidFill>
                  <a:schemeClr val="tx1"/>
                </a:solidFill>
              </a:rPr>
              <a:t>Semantic model translation</a:t>
            </a:r>
          </a:p>
        </p:txBody>
      </p:sp>
    </p:spTree>
    <p:extLst>
      <p:ext uri="{BB962C8B-B14F-4D97-AF65-F5344CB8AC3E}">
        <p14:creationId xmlns:p14="http://schemas.microsoft.com/office/powerpoint/2010/main" val="1712123204"/>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F4B71DA5-483B-E64B-BEBA-698555A8010B}"/>
            </a:ext>
          </a:extLst>
        </p:cNvPr>
        <p:cNvGrpSpPr/>
        <p:nvPr/>
      </p:nvGrpSpPr>
      <p:grpSpPr>
        <a:xfrm>
          <a:off x="0" y="0"/>
          <a:ext cx="0" cy="0"/>
          <a:chOff x="0" y="0"/>
          <a:chExt cx="0" cy="0"/>
        </a:xfrm>
      </p:grpSpPr>
      <p:sp>
        <p:nvSpPr>
          <p:cNvPr id="8" name="Title 4">
            <a:extLst>
              <a:ext uri="{FF2B5EF4-FFF2-40B4-BE49-F238E27FC236}">
                <a16:creationId xmlns:a16="http://schemas.microsoft.com/office/drawing/2014/main" id="{51D7972A-8827-2097-A7A4-728B6DA86564}"/>
              </a:ext>
            </a:extLst>
          </p:cNvPr>
          <p:cNvSpPr txBox="1">
            <a:spLocks/>
          </p:cNvSpPr>
          <p:nvPr/>
        </p:nvSpPr>
        <p:spPr>
          <a:xfrm>
            <a:off x="582613" y="408424"/>
            <a:ext cx="11026774" cy="492443"/>
          </a:xfrm>
          <a:prstGeom prst="rect">
            <a:avLst/>
          </a:prstGeom>
        </p:spPr>
        <p:txBody>
          <a:bodyPr vert="horz" wrap="square" lIns="0" tIns="0" rIns="0" bIns="0" rtlCol="0" anchor="t">
            <a:spAutoFit/>
          </a:bodyPr>
          <a:lstStyle>
            <a:defPPr>
              <a:defRPr lang="en-US"/>
            </a:defPPr>
            <a:lvl1pPr marR="0" lvl="0" indent="0" defTabSz="932742" fontAlgn="auto">
              <a:lnSpc>
                <a:spcPct val="100000"/>
              </a:lnSpc>
              <a:spcBef>
                <a:spcPct val="0"/>
              </a:spcBef>
              <a:spcAft>
                <a:spcPts val="0"/>
              </a:spcAft>
              <a:buClrTx/>
              <a:buSzTx/>
              <a:buFontTx/>
              <a:buNone/>
              <a:tabLst/>
              <a:defRPr sz="3600" b="0" cap="none" spc="-50" baseline="0">
                <a:ln w="3175">
                  <a:noFill/>
                </a:ln>
                <a:solidFill>
                  <a:schemeClr val="bg1"/>
                </a:solidFill>
                <a:effectLst/>
                <a:latin typeface="+mj-lt"/>
                <a:cs typeface="Segoe UI" pitchFamily="34" charset="0"/>
              </a:defRPr>
            </a:lvl1pPr>
          </a:lstStyle>
          <a:p>
            <a:r>
              <a:rPr lang="en-US" sz="3200" b="1" dirty="0">
                <a:solidFill>
                  <a:schemeClr val="tx1"/>
                </a:solidFill>
              </a:rPr>
              <a:t>Ownership handover</a:t>
            </a:r>
          </a:p>
        </p:txBody>
      </p:sp>
      <p:pic>
        <p:nvPicPr>
          <p:cNvPr id="2" name="Picture 1" descr="text">
            <a:extLst>
              <a:ext uri="{FF2B5EF4-FFF2-40B4-BE49-F238E27FC236}">
                <a16:creationId xmlns:a16="http://schemas.microsoft.com/office/drawing/2014/main" id="{0922FF09-72F3-CDD4-A01B-F7D71149B09E}"/>
              </a:ext>
            </a:extLst>
          </p:cNvPr>
          <p:cNvPicPr>
            <a:picLocks noChangeAspect="1"/>
          </p:cNvPicPr>
          <p:nvPr/>
        </p:nvPicPr>
        <p:blipFill>
          <a:blip r:embed="rId2"/>
          <a:stretch>
            <a:fillRect/>
          </a:stretch>
        </p:blipFill>
        <p:spPr>
          <a:xfrm>
            <a:off x="2239122" y="1150706"/>
            <a:ext cx="7053165" cy="5298870"/>
          </a:xfrm>
          <a:prstGeom prst="rect">
            <a:avLst/>
          </a:prstGeom>
        </p:spPr>
      </p:pic>
    </p:spTree>
    <p:extLst>
      <p:ext uri="{BB962C8B-B14F-4D97-AF65-F5344CB8AC3E}">
        <p14:creationId xmlns:p14="http://schemas.microsoft.com/office/powerpoint/2010/main" val="201523346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7F3"/>
        </a:solidFill>
        <a:effectLst/>
      </p:bgPr>
    </p:bg>
    <p:spTree>
      <p:nvGrpSpPr>
        <p:cNvPr id="1" name="">
          <a:extLst>
            <a:ext uri="{FF2B5EF4-FFF2-40B4-BE49-F238E27FC236}">
              <a16:creationId xmlns:a16="http://schemas.microsoft.com/office/drawing/2014/main" id="{A95FB00E-D0E6-1BA8-146B-8066D626CEC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75E912A-011F-5486-954D-AC18C6F8F5B2}"/>
              </a:ext>
            </a:extLst>
          </p:cNvPr>
          <p:cNvSpPr txBox="1"/>
          <p:nvPr/>
        </p:nvSpPr>
        <p:spPr>
          <a:xfrm>
            <a:off x="797416" y="1200000"/>
            <a:ext cx="10000000" cy="4000000"/>
          </a:xfrm>
          <a:prstGeom prst="rect">
            <a:avLst/>
          </a:prstGeom>
          <a:noFill/>
        </p:spPr>
        <p:txBody>
          <a:bodyPr wrap="square" rtlCol="0">
            <a:spAutoFit/>
          </a:bodyPr>
          <a:lstStyle/>
          <a:p>
            <a:pPr lvl="0" algn="l" defTabSz="914400">
              <a:defRPr/>
            </a:pPr>
            <a:r>
              <a:rPr lang="en-US" sz="5400" b="1" kern="0" dirty="0">
                <a:cs typeface="Segoe UI" panose="020B0502040204020203" pitchFamily="34" charset="0"/>
              </a:rPr>
              <a:t>Thank you.</a:t>
            </a:r>
          </a:p>
          <a:p>
            <a:pPr lvl="0" algn="l" defTabSz="914400">
              <a:defRPr/>
            </a:pPr>
            <a:endParaRPr lang="en-US" sz="3200" kern="0" dirty="0">
              <a:cs typeface="Segoe UI" panose="020B0502040204020203" pitchFamily="34" charset="0"/>
            </a:endParaRPr>
          </a:p>
          <a:p>
            <a:pPr lvl="0" algn="l" defTabSz="914400">
              <a:defRPr/>
            </a:pPr>
            <a:r>
              <a:rPr lang="en-US" sz="3200" kern="0" dirty="0">
                <a:cs typeface="Segoe UI" panose="020B0502040204020203" pitchFamily="34" charset="0"/>
              </a:rPr>
              <a:t>Questions?</a:t>
            </a:r>
          </a:p>
        </p:txBody>
      </p:sp>
    </p:spTree>
    <p:extLst>
      <p:ext uri="{BB962C8B-B14F-4D97-AF65-F5344CB8AC3E}">
        <p14:creationId xmlns:p14="http://schemas.microsoft.com/office/powerpoint/2010/main" val="34420493"/>
      </p:ext>
    </p:extLst>
  </p:cSld>
  <p:clrMapOvr>
    <a:masterClrMapping/>
  </p:clrMapOvr>
  <p:transition>
    <p:fade/>
  </p:transition>
</p:sld>
</file>

<file path=ppt/theme/theme1.xml><?xml version="1.0" encoding="utf-8"?>
<a:theme xmlns:a="http://schemas.openxmlformats.org/drawingml/2006/main" name="PowerPlatform_Toolkit_Blue">
  <a:themeElements>
    <a:clrScheme name="Red">
      <a:dk1>
        <a:srgbClr val="2A446F"/>
      </a:dk1>
      <a:lt1>
        <a:srgbClr val="FFFFFF"/>
      </a:lt1>
      <a:dk2>
        <a:srgbClr val="0078D3"/>
      </a:dk2>
      <a:lt2>
        <a:srgbClr val="F3F3F5"/>
      </a:lt2>
      <a:accent1>
        <a:srgbClr val="0078D3"/>
      </a:accent1>
      <a:accent2>
        <a:srgbClr val="8DC8E8"/>
      </a:accent2>
      <a:accent3>
        <a:srgbClr val="B9DCD2"/>
      </a:accent3>
      <a:accent4>
        <a:srgbClr val="49C5B1"/>
      </a:accent4>
      <a:accent5>
        <a:srgbClr val="2A446F"/>
      </a:accent5>
      <a:accent6>
        <a:srgbClr val="737373"/>
      </a:accent6>
      <a:hlink>
        <a:srgbClr val="0078D3"/>
      </a:hlink>
      <a:folHlink>
        <a:srgbClr val="0078D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143352_PP_Template_220712" id="{A0991F1D-BF59-4253-AD5F-3B4EFF25A37B}" vid="{D47CB7DB-ECD2-4354-A1A1-2883037D9946}"/>
    </a:ext>
  </a:extLst>
</a:theme>
</file>

<file path=ppt/theme/theme2.xml><?xml version="1.0" encoding="utf-8"?>
<a:theme xmlns:a="http://schemas.openxmlformats.org/drawingml/2006/main" name="1_PowerBI Template July 2021 - Ligth">
  <a:themeElements>
    <a:clrScheme name="Inspire black">
      <a:dk1>
        <a:srgbClr val="000000"/>
      </a:dk1>
      <a:lt1>
        <a:srgbClr val="FFFFFF"/>
      </a:lt1>
      <a:dk2>
        <a:srgbClr val="243A5E"/>
      </a:dk2>
      <a:lt2>
        <a:srgbClr val="E6E6E6"/>
      </a:lt2>
      <a:accent1>
        <a:srgbClr val="50E6FF"/>
      </a:accent1>
      <a:accent2>
        <a:srgbClr val="0078D4"/>
      </a:accent2>
      <a:accent3>
        <a:srgbClr val="D83B01"/>
      </a:accent3>
      <a:accent4>
        <a:srgbClr val="FF9349"/>
      </a:accent4>
      <a:accent5>
        <a:srgbClr val="8661C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BAS_2021_Template_2-3_format_v04.potx" id="{AE5EBC03-F135-4DA9-A8FF-99EEDC393C34}" vid="{0D51867F-DC4B-4871-ADCB-164FFB725EF9}"/>
    </a:ext>
  </a:extLst>
</a:theme>
</file>

<file path=ppt/theme/theme3.xml><?xml version="1.0" encoding="utf-8"?>
<a:theme xmlns:a="http://schemas.openxmlformats.org/drawingml/2006/main" name="PowerBI Template July 2021 - Ligth">
  <a:themeElements>
    <a:clrScheme name="Inspire black">
      <a:dk1>
        <a:srgbClr val="000000"/>
      </a:dk1>
      <a:lt1>
        <a:srgbClr val="FFFFFF"/>
      </a:lt1>
      <a:dk2>
        <a:srgbClr val="243A5E"/>
      </a:dk2>
      <a:lt2>
        <a:srgbClr val="E6E6E6"/>
      </a:lt2>
      <a:accent1>
        <a:srgbClr val="50E6FF"/>
      </a:accent1>
      <a:accent2>
        <a:srgbClr val="0078D4"/>
      </a:accent2>
      <a:accent3>
        <a:srgbClr val="D83B01"/>
      </a:accent3>
      <a:accent4>
        <a:srgbClr val="FF9349"/>
      </a:accent4>
      <a:accent5>
        <a:srgbClr val="8661C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BAS_2021_Template_2-3_format_v04.potx" id="{AE5EBC03-F135-4DA9-A8FF-99EEDC393C34}" vid="{0D51867F-DC4B-4871-ADCB-164FFB725EF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7EEA4D-B005-41F9-BD04-952C8580BBC0}">
  <we:reference id="WA200010725" version="1.0.0.1" store="Omex" storeType="OMEX"/>
  <we:alternateReferences>
    <we:reference id="WA200010725" version="1.0.0.1" store="WA200010725" storeType="OMEX"/>
  </we:alternateReferences>
  <we:properties>
    <we:property name="claude.fileId" value="&quot;9df17597-35b0-4e8a-b2a9-2c28bc7c98f5&quot;"/>
  </we:properties>
  <we:bindings/>
  <we:snapshot xmlns:r="http://schemas.openxmlformats.org/officeDocument/2006/relationships"/>
</we:webextension>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10948</TotalTime>
  <Words>2527</Words>
  <Application>Microsoft Office PowerPoint</Application>
  <PresentationFormat>Widescreen</PresentationFormat>
  <Paragraphs>371</Paragraphs>
  <Slides>41</Slides>
  <Notes>7</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41</vt:i4>
      </vt:variant>
    </vt:vector>
  </HeadingPairs>
  <TitlesOfParts>
    <vt:vector size="55" baseType="lpstr">
      <vt:lpstr>Aptos</vt:lpstr>
      <vt:lpstr>Arial</vt:lpstr>
      <vt:lpstr>Calibri</vt:lpstr>
      <vt:lpstr>Consolas</vt:lpstr>
      <vt:lpstr>Segoe UI</vt:lpstr>
      <vt:lpstr>Segoe UI Light</vt:lpstr>
      <vt:lpstr>Segoe UI Semibold</vt:lpstr>
      <vt:lpstr>Segoe UI Semilight</vt:lpstr>
      <vt:lpstr>source-serif-pro</vt:lpstr>
      <vt:lpstr>Wingdings</vt:lpstr>
      <vt:lpstr>PowerPlatform_Toolkit_Blue</vt:lpstr>
      <vt:lpstr>1_PowerBI Template July 2021 - Ligth</vt:lpstr>
      <vt:lpstr>PowerBI Template July 2021 - Ligth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Boerger, Andrew</dc:creator>
  <cp:keywords/>
  <dc:description/>
  <cp:lastModifiedBy>Boerger, Andrew</cp:lastModifiedBy>
  <cp:revision>2</cp:revision>
  <dcterms:created xsi:type="dcterms:W3CDTF">2023-08-24T12:55:34Z</dcterms:created>
  <dcterms:modified xsi:type="dcterms:W3CDTF">2026-06-11T14:48:02Z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b500289-1a9c-442f-923d-4f95209608d2_Enabled">
    <vt:lpwstr>true</vt:lpwstr>
  </property>
  <property fmtid="{D5CDD505-2E9C-101B-9397-08002B2CF9AE}" pid="3" name="MSIP_Label_9b500289-1a9c-442f-923d-4f95209608d2_SetDate">
    <vt:lpwstr>2025-10-16T03:42:47Z</vt:lpwstr>
  </property>
  <property fmtid="{D5CDD505-2E9C-101B-9397-08002B2CF9AE}" pid="4" name="MSIP_Label_9b500289-1a9c-442f-923d-4f95209608d2_Method">
    <vt:lpwstr>Privileged</vt:lpwstr>
  </property>
  <property fmtid="{D5CDD505-2E9C-101B-9397-08002B2CF9AE}" pid="5" name="MSIP_Label_9b500289-1a9c-442f-923d-4f95209608d2_Name">
    <vt:lpwstr>GCEP2 - Others</vt:lpwstr>
  </property>
  <property fmtid="{D5CDD505-2E9C-101B-9397-08002B2CF9AE}" pid="6" name="MSIP_Label_9b500289-1a9c-442f-923d-4f95209608d2_SiteId">
    <vt:lpwstr>90c56ca2-d892-45ce-810d-6cf368facdb3</vt:lpwstr>
  </property>
  <property fmtid="{D5CDD505-2E9C-101B-9397-08002B2CF9AE}" pid="7" name="MSIP_Label_9b500289-1a9c-442f-923d-4f95209608d2_ActionId">
    <vt:lpwstr>d2a28f67-76c7-4a8b-afcf-5f72cbad8613</vt:lpwstr>
  </property>
  <property fmtid="{D5CDD505-2E9C-101B-9397-08002B2CF9AE}" pid="8" name="MSIP_Label_9b500289-1a9c-442f-923d-4f95209608d2_ContentBits">
    <vt:lpwstr>0</vt:lpwstr>
  </property>
  <property fmtid="{D5CDD505-2E9C-101B-9397-08002B2CF9AE}" pid="9" name="MSIP_Label_9b500289-1a9c-442f-923d-4f95209608d2_Tag">
    <vt:lpwstr>10, 0, 1, 1</vt:lpwstr>
  </property>
</Properties>
</file>